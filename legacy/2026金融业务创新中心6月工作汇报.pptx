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90" r:id="rId3"/>
    <p:sldId id="293" r:id="rId5"/>
    <p:sldId id="299" r:id="rId6"/>
    <p:sldId id="301" r:id="rId7"/>
    <p:sldId id="304" r:id="rId8"/>
    <p:sldId id="303" r:id="rId9"/>
  </p:sldIdLst>
  <p:sldSz cx="17423765" cy="978090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747775"/>
          </p15:clr>
        </p15:guide>
        <p15:guide id="2" pos="4034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/>
  <p:cmAuthor id="2" name="若彤 谭" initials="若谭" lastIdx="0" clrIdx="1"/>
  <p:cmAuthor id="3" name="kingsoft" initials="k" lastIdx="0" clrIdx="2"/>
  <p:cmAuthor id="4" name="xuzw" initials="x" lastIdx="0" clrIdx="3"/>
  <p:cmAuthor id="5" name="ESENSOFT" initials="E" lastIdx="0" clrIdx="4"/>
  <p:cmAuthor id="6" name="微软用户" initials="微软用户" lastIdx="0" clrIdx="5"/>
  <p:cmAuthor id="7" name="GYW" initials="G" lastIdx="0" clrIdx="6"/>
  <p:cmAuthor id="8" name="未知用户1" initials="未知用户1" lastIdx="0" clrIdx="7"/>
  <p:cmAuthor id="9" name="WPS_1679281038" initials="W" lastIdx="0" clrIdx="8"/>
  <p:cmAuthor id="10" name="T440S" initials="T" lastIdx="0" clrIdx="9"/>
  <p:cmAuthor id="11" name="Unknown User63" initials="U" lastIdx="0" clrIdx="10"/>
  <p:cmAuthor id="12" name="Donglin Ma" initials="DM" lastIdx="0" clrIdx="11"/>
  <p:cmAuthor id="13" name="Unknown User115" initials="U" lastIdx="0" clrIdx="12"/>
  <p:cmAuthor id="14" name="作者" initials="A" lastIdx="0" clrIdx="13"/>
  <p:cmAuthor id="15" name="Unknown User116" initials="U" lastIdx="0" clrIdx="14"/>
  <p:cmAuthor id="16" name="GMCC" initials="G" lastIdx="0" clrIdx="15"/>
  <p:cmAuthor id="17" name="Unknown User66" initials="U" lastIdx="0" clrIdx="16"/>
  <p:cmAuthor id="18" name="韩雨" initials="韩" lastIdx="0" clrIdx="17"/>
  <p:cmAuthor id="19" name="maozy" initials="m" lastIdx="0" clrIdx="18"/>
  <p:cmAuthor id="20" name="陈杰威" initials="陈杰威" lastIdx="0" clrIdx="19"/>
  <p:cmAuthor id="21" name="順天" initials="順" lastIdx="0" clrIdx="20"/>
  <p:cmAuthor id="22" name="Young" initials="Y" lastIdx="0" clrIdx="21"/>
  <p:cmAuthor id="23" name=" " initials="" lastIdx="0" clrIdx="22"/>
  <p:cmAuthor id="24" name="Office" initials="O" lastIdx="0" clrIdx="23"/>
  <p:cmAuthor id="25" name="00006891" initials="0" lastIdx="0" clrIdx="24"/>
  <p:cmAuthor id="26" name="张三丰" initials="张" lastIdx="0" clrIdx="25"/>
  <p:cmAuthor id="27" name="wx" initials="w" lastIdx="0" clrIdx="26"/>
  <p:cmAuthor id="28" name="nancy" initials="n" lastIdx="0" clrIdx="27"/>
  <p:cmAuthor id="29" name="Yilier" initials="Y" lastIdx="0" clrIdx="28"/>
  <p:cmAuthor id="30" name="未知用户124" initials="未" lastIdx="0" clrIdx="29"/>
  <p:cmAuthor id="31" name="方祥" initials="g" lastIdx="0" clrIdx="30"/>
  <p:cmAuthor id="32" name="Baty xiao" initials="Bx" lastIdx="0" clrIdx="31"/>
  <p:cmAuthor id="33" name="未知用户126" initials="未" lastIdx="0" clrIdx="32"/>
  <p:cmAuthor id="34" name="yang li" initials="yl" lastIdx="0" clrIdx="33"/>
  <p:cmAuthor id="35" name="未知用户322" initials="未" lastIdx="0" clrIdx="34"/>
  <p:cmAuthor id="36" name="liulian@cmiot.cmcc" initials="W用" lastIdx="0" clrIdx="35"/>
  <p:cmAuthor id="37" name="未知用户293" initials="未" lastIdx="0" clrIdx="36"/>
  <p:cmAuthor id="38" name="donie" initials="d" lastIdx="0" clrIdx="37"/>
  <p:cmAuthor id="39" name="未知用户214" initials="未" lastIdx="0" clrIdx="38"/>
  <p:cmAuthor id="40" name="沈霄雷" initials="沈" lastIdx="0" clrIdx="39"/>
  <p:cmAuthor id="41" name="admin" initials="a" lastIdx="0" clrIdx="40"/>
  <p:cmAuthor id="42" name="未知的使用者162" initials="未" lastIdx="0" clrIdx="41"/>
  <p:cmAuthor id="43" name="Lam" initials="L" lastIdx="0" clrIdx="42"/>
  <p:cmAuthor id="44" name="李 里" initials="李" lastIdx="0" clrIdx="43"/>
  <p:cmAuthor id="45" name="未知的使用者163" initials="未" lastIdx="0" clrIdx="44"/>
  <p:cmAuthor id="46" name="williamwhu@163.com" initials="w" lastIdx="0" clrIdx="45"/>
  <p:cmAuthor id="47" name="DU YIBO" initials="DY" lastIdx="0" clrIdx="46"/>
  <p:cmAuthor id="48" name="zhangmh@httz.cc" initials="z" lastIdx="0" clrIdx="47"/>
  <p:cmAuthor id="49" name="宫萍" initials="A" lastIdx="0" clrIdx="48"/>
  <p:cmAuthor id="50" name="未知的使用者165" initials="未" lastIdx="0" clrIdx="49"/>
  <p:cmAuthor id="51" name="00065088" initials="0" lastIdx="0" clrIdx="50"/>
  <p:cmAuthor id="52" name="未知的使用者158" initials="未" lastIdx="0" clrIdx="51"/>
  <p:cmAuthor id="53" name="lili" initials="lili" lastIdx="0" clrIdx="52"/>
  <p:cmAuthor id="54" name="未知的使用者148" initials="未" lastIdx="0" clrIdx="53"/>
  <p:cmAuthor id="55" name="宋瑞芳" initials="KS" lastIdx="0" clrIdx="54"/>
  <p:cmAuthor id="56" name="未知的使用者166" initials="未" lastIdx="0" clrIdx="55"/>
  <p:cmAuthor id="57" name="张 强" initials="张" lastIdx="0" clrIdx="56"/>
  <p:cmAuthor id="58" name="guanhh" initials="g" lastIdx="0" clrIdx="57"/>
  <p:cmAuthor id="59" name="10118178" initials="1" lastIdx="0" clrIdx="58"/>
  <p:cmAuthor id="60" name="未知的使用者159" initials="未" lastIdx="0" clrIdx="59"/>
  <p:cmAuthor id="61" name="Lee" initials="L" lastIdx="0" clrIdx="60"/>
  <p:cmAuthor id="62" name="未知的使用者160" initials="未" lastIdx="0" clrIdx="61"/>
  <p:cmAuthor id="63" name="王丽（IT）" initials="王" lastIdx="0" clrIdx="62"/>
  <p:cmAuthor id="64" name="未知的使用者168" initials="未" lastIdx="0" clrIdx="63"/>
  <p:cmAuthor id="65" name="zzy" initials="zzy" lastIdx="0" clrIdx="64"/>
  <p:cmAuthor id="66" name="张馨玲" initials="张" lastIdx="0" clrIdx="65"/>
  <p:cmAuthor id="67" name="赵诚荣10027092" initials="" lastIdx="0" clrIdx="66"/>
  <p:cmAuthor id="68" name="rev2" initials="r" lastIdx="0" clrIdx="67"/>
  <p:cmAuthor id="69" name="未知用户139" initials="未" lastIdx="0" clrIdx="68"/>
  <p:cmAuthor id="70" name="10130117" initials="1" lastIdx="0" clrIdx="69"/>
  <p:cmAuthor id="71" name="Athena" initials="c" lastIdx="0" clrIdx="70"/>
  <p:cmAuthor id="72" name="Y Y" initials="YY" lastIdx="0" clrIdx="71"/>
  <p:cmAuthor id="73" name="A6910" initials="A" lastIdx="0" clrIdx="72"/>
  <p:cmAuthor id="74" name="关全全10258021" initials="关全全10258021" lastIdx="0" clrIdx="73"/>
  <p:cmAuthor id="75" name="黄珂10009187" initials="黄珂10009187" lastIdx="0" clrIdx="74"/>
  <p:cmAuthor id="76" name="未知用户140" initials="未" lastIdx="0" clrIdx="75"/>
  <p:cmAuthor id="77" name="赵欣" initials="zx" lastIdx="0" clrIdx="76"/>
  <p:cmAuthor id="78" name="10206899" initials="1" lastIdx="0" clrIdx="77"/>
  <p:cmAuthor id="79" name="Microsoft Office User" initials="M" lastIdx="0" clrIdx="78"/>
  <p:cmAuthor id="80" name="10133177" initials="1" lastIdx="0" clrIdx="79"/>
  <p:cmAuthor id="81" name="10072453" initials="1" lastIdx="0" clrIdx="80"/>
  <p:cmAuthor id="82" name="未知的使用者77" initials="" lastIdx="0" clrIdx="81"/>
  <p:cmAuthor id="83" name="未知的使用者92" initials="" lastIdx="0" clrIdx="82"/>
  <p:cmAuthor id="84" name="未知用户207" initials="未" lastIdx="0" clrIdx="83"/>
  <p:cmAuthor id="85" name="Kevin" initials="K" lastIdx="0" clrIdx="84"/>
  <p:cmAuthor id="86" name="caipeiyuan@sd.cmcc" initials="caipeiyuan" lastIdx="0" clrIdx="85"/>
  <p:cmAuthor id="87" name="未知的使用者79" initials="" lastIdx="0" clrIdx="86"/>
  <p:cmAuthor id="88" name="未知用户107" initials="" lastIdx="0" clrIdx="87"/>
  <p:cmAuthor id="89" name="未知的使用者80" initials="" lastIdx="0" clrIdx="88"/>
  <p:cmAuthor id="90" name="yudi lin" initials="y" lastIdx="0" clrIdx="89"/>
  <p:cmAuthor id="91" name="未知用户51" initials="" lastIdx="0" clrIdx="90"/>
  <p:cmAuthor id="92" name="未知的使用者82" initials="" lastIdx="0" clrIdx="91"/>
  <p:cmAuthor id="93" name="liuzga" initials="l" lastIdx="0" clrIdx="92"/>
  <p:cmAuthor id="94" name="yuan1" initials="y" lastIdx="0" clrIdx="93"/>
  <p:cmAuthor id="95" name="49554261@qq.com" initials="4" lastIdx="0" clrIdx="94"/>
  <p:cmAuthor id="96" name="未知的使用者83" initials="" lastIdx="0" clrIdx="95"/>
  <p:cmAuthor id="97" name="未知的使用者118" initials="" lastIdx="0" clrIdx="96"/>
  <p:cmAuthor id="98" name="未知的使用者189" initials="未" lastIdx="0" clrIdx="97"/>
  <p:cmAuthor id="99" name="未知的使用者84" initials="" lastIdx="0" clrIdx="98"/>
  <p:cmAuthor id="100" name="未知的使用者70" initials="" lastIdx="0" clrIdx="99"/>
  <p:cmAuthor id="101" name="未知的使用者85" initials="" lastIdx="0" clrIdx="100"/>
  <p:cmAuthor id="102" name="未知的使用者192" initials="未" lastIdx="0" clrIdx="101"/>
  <p:cmAuthor id="103" name="未知的使用者40" initials="" lastIdx="0" clrIdx="102"/>
  <p:cmAuthor id="104" name="未知的使用者193" initials="未" lastIdx="0" clrIdx="103"/>
  <p:cmAuthor id="105" name="未知的使用者87" initials="" lastIdx="0" clrIdx="104"/>
  <p:cmAuthor id="106" name="未知的使用者209" initials="未" lastIdx="0" clrIdx="105"/>
  <p:cmAuthor id="107" name="曾红" initials="" lastIdx="0" clrIdx="106"/>
  <p:cmAuthor id="108" name="未知的使用者210" initials="未" lastIdx="0" clrIdx="107"/>
  <p:cmAuthor id="109" name="小延魔法师" initials="小" lastIdx="0" clrIdx="108"/>
  <p:cmAuthor id="110" name="未知的使用者211" initials="未" lastIdx="0" clrIdx="109"/>
  <p:cmAuthor id="111" name="未知的使用者90" initials="" lastIdx="0" clrIdx="110"/>
  <p:cmAuthor id="112" name="徐 正国" initials="徐" lastIdx="0" clrIdx="111"/>
  <p:cmAuthor id="113" name="未知的使用者212" initials="未" lastIdx="0" clrIdx="112"/>
  <p:cmAuthor id="114" name="未知的使用者29" initials="" lastIdx="0" clrIdx="113"/>
  <p:cmAuthor id="115" name="._RRRnVr2A" initials="authorId_1148065630" lastIdx="0" clrIdx="114"/>
  <p:cmAuthor id="116" name="未知的使用者213" initials="未" lastIdx="0" clrIdx="115"/>
  <p:cmAuthor id="117" name="未知的使用者91" initials="" lastIdx="0" clrIdx="116"/>
  <p:cmAuthor id="118" name="619963410@qq.com" initials="6" lastIdx="0" clrIdx="117"/>
  <p:cmAuthor id="119" name="未知的使用者214" initials="未" lastIdx="0" clrIdx="118"/>
  <p:cmAuthor id="120" name="未知的使用者98" initials="" lastIdx="0" clrIdx="119"/>
  <p:cmAuthor id="121" name="Xia Meng 00049798" initials="Mandy" lastIdx="0" clrIdx="120"/>
  <p:cmAuthor id="122" name="未知的使用者215" initials="未" lastIdx="0" clrIdx="121"/>
  <p:cmAuthor id="123" name="CHRISYU" initials="" lastIdx="0" clrIdx="122"/>
  <p:cmAuthor id="124" name="未知的使用者113" initials="" lastIdx="0" clrIdx="123"/>
  <p:cmAuthor id="125" name="未知的使用者216" initials="未" lastIdx="0" clrIdx="124"/>
  <p:cmAuthor id="126" name="liucunri" initials="" lastIdx="0" clrIdx="125"/>
  <p:cmAuthor id="127" name="未知用户9" initials="" lastIdx="0" clrIdx="126"/>
  <p:cmAuthor id="128" name="Unknown User48" initials="" lastIdx="0" clrIdx="127"/>
  <p:cmAuthor id="129" name="未知用户103" initials="" lastIdx="0" clrIdx="128"/>
  <p:cmAuthor id="130" name="Unknown User52" initials="" lastIdx="0" clrIdx="129"/>
  <p:cmAuthor id="131" name="未知的使用者42" initials="" lastIdx="0" clrIdx="130"/>
  <p:cmAuthor id="132" name="Unknown User50" initials="" lastIdx="0" clrIdx="131"/>
  <p:cmAuthor id="133" name="未知的使用者120" initials="" lastIdx="0" clrIdx="132"/>
  <p:cmAuthor id="134" name="px" initials="" lastIdx="0" clrIdx="133"/>
  <p:cmAuthor id="135" name="Sky123.Org" initials="" lastIdx="0" clrIdx="134"/>
  <p:cmAuthor id="136" name="wangzhengyu" initials="w" lastIdx="0" clrIdx="135"/>
  <p:cmAuthor id="137" name="elfinhsu" initials="" lastIdx="0" clrIdx="136"/>
  <p:cmAuthor id="138" name="但佳" initials="但" lastIdx="0" clrIdx="137"/>
  <p:cmAuthor id="139" name="未知的使用者73" initials="" lastIdx="0" clrIdx="138"/>
  <p:cmAuthor id="140" name="未知的使用者24" initials="" lastIdx="0" clrIdx="139"/>
  <p:cmAuthor id="141" name="未知用户16" initials="" lastIdx="0" clrIdx="140"/>
  <p:cmAuthor id="142" name="Mary Feil-Jacobs" initials="" lastIdx="0" clrIdx="141"/>
  <p:cmAuthor id="143" name="LiuHui" initials="" lastIdx="0" clrIdx="142"/>
  <p:cmAuthor id="144" name="未知的使用者45" initials="" lastIdx="0" clrIdx="143"/>
  <p:cmAuthor id="145" name="王鹏凯" initials="" lastIdx="0" clrIdx="144"/>
  <p:cmAuthor id="146" name="未知用户104" initials="" lastIdx="0" clrIdx="145"/>
  <p:cmAuthor id="147" name="未知用户5" initials="" lastIdx="0" clrIdx="146"/>
  <p:cmAuthor id="148" name="未知的使用者10" initials="" lastIdx="0" clrIdx="147"/>
  <p:cmAuthor id="149" name="未知的使用者93" initials="" lastIdx="0" clrIdx="148"/>
  <p:cmAuthor id="150" name="范作霖" initials="范" lastIdx="0" clrIdx="149"/>
  <p:cmAuthor id="151" name="LeeElva" initials="" lastIdx="0" clrIdx="150"/>
  <p:cmAuthor id="152" name="未知用户99" initials="" lastIdx="0" clrIdx="151"/>
  <p:cmAuthor id="153" name="未知的使用者34" initials="" lastIdx="0" clrIdx="152"/>
  <p:cmAuthor id="154" name="未知的使用者115" initials="" lastIdx="0" clrIdx="153"/>
  <p:cmAuthor id="155" name="未知用户57" initials="" lastIdx="0" clrIdx="154"/>
  <p:cmAuthor id="156" name="lianghb" initials="" lastIdx="0" clrIdx="155"/>
  <p:cmAuthor id="157" name="未知用户17" initials="" lastIdx="0" clrIdx="156"/>
  <p:cmAuthor id="158" name="Deanna Schuler (Bookey Consulting)" initials="" lastIdx="0" clrIdx="157"/>
  <p:cmAuthor id="159" name="未知的使用者57" initials="" lastIdx="0" clrIdx="158"/>
  <p:cmAuthor id="160" name="未知的使用者16" initials="" lastIdx="0" clrIdx="159"/>
  <p:cmAuthor id="161" name="未知的使用者35" initials="" lastIdx="0" clrIdx="160"/>
  <p:cmAuthor id="162" name="未知用户102" initials="" lastIdx="0" clrIdx="161"/>
  <p:cmAuthor id="163" name="maxine" initials="" lastIdx="0" clrIdx="162"/>
  <p:cmAuthor id="164" name="未知的使用者121" initials="" lastIdx="0" clrIdx="163"/>
  <p:cmAuthor id="165" name="未知的使用者12" initials="" lastIdx="0" clrIdx="164"/>
  <p:cmAuthor id="166" name="周元元" initials="" lastIdx="0" clrIdx="165"/>
  <p:cmAuthor id="167" name="未知的使用者27" initials="" lastIdx="0" clrIdx="166"/>
  <p:cmAuthor id="168" name="刘豹" initials="刘" lastIdx="0" clrIdx="167"/>
  <p:cmAuthor id="169" name="未知的使用者30" initials="" lastIdx="0" clrIdx="168"/>
  <p:cmAuthor id="170" name="未知的使用者53" initials="" lastIdx="0" clrIdx="169"/>
  <p:cmAuthor id="171" name="未知用户58" initials="" lastIdx="0" clrIdx="170"/>
  <p:cmAuthor id="172" name="未知的使用者25" initials="" lastIdx="0" clrIdx="171"/>
  <p:cmAuthor id="173" name="liupeng" initials="" lastIdx="0" clrIdx="172"/>
  <p:cmAuthor id="174" name="未知用户24" initials="" lastIdx="0" clrIdx="173"/>
  <p:cmAuthor id="175" name="AbuSina" initials="" lastIdx="0" clrIdx="174"/>
  <p:cmAuthor id="176" name="hl sun" initials="" lastIdx="0" clrIdx="175"/>
  <p:cmAuthor id="177" name="未知的使用者94" initials="" lastIdx="0" clrIdx="176"/>
  <p:cmAuthor id="178" name="未知用户66" initials="" lastIdx="0" clrIdx="177"/>
  <p:cmAuthor id="179" name="郑汝鸿" initials="郑" lastIdx="0" clrIdx="178"/>
  <p:cmAuthor id="180" name="未知用户19" initials="" lastIdx="0" clrIdx="179"/>
  <p:cmAuthor id="181" name="周宏達JerryChou" initials="" lastIdx="0" clrIdx="180"/>
  <p:cmAuthor id="182" name="邢辰凤" initials="邢" lastIdx="0" clrIdx="181"/>
  <p:cmAuthor id="183" name="未知用户7" initials="" lastIdx="0" clrIdx="182"/>
  <p:cmAuthor id="184" name="未知的使用者56" initials="" lastIdx="0" clrIdx="183"/>
  <p:cmAuthor id="185" name="未知用户46" initials="未" lastIdx="0" clrIdx="184"/>
  <p:cmAuthor id="186" name="未知的使用者119" initials="" lastIdx="0" clrIdx="185"/>
  <p:cmAuthor id="187" name="刘晖" initials="刘" lastIdx="0" clrIdx="186"/>
  <p:cmAuthor id="188" name="未知用户59" initials="" lastIdx="0" clrIdx="187"/>
  <p:cmAuthor id="189" name="未知的使用者22" initials="" lastIdx="0" clrIdx="188"/>
  <p:cmAuthor id="190" name="未知的使用者103" initials="" lastIdx="0" clrIdx="189"/>
  <p:cmAuthor id="191" name="Wenwen" initials="" lastIdx="0" clrIdx="190"/>
  <p:cmAuthor id="192" name="未知的使用者117" initials="" lastIdx="0" clrIdx="191"/>
  <p:cmAuthor id="193" name="未知的使用者33" initials="" lastIdx="0" clrIdx="192"/>
  <p:cmAuthor id="194" name="未知的使用者28" initials="" lastIdx="0" clrIdx="193"/>
  <p:cmAuthor id="195" name="未知用户67" initials="" lastIdx="0" clrIdx="194"/>
  <p:cmAuthor id="196" name="未知用户114" initials="" lastIdx="0" clrIdx="195"/>
  <p:cmAuthor id="197" name="未知用户222" initials="未" lastIdx="0" clrIdx="196"/>
  <p:cmAuthor id="198" name="未知用户18" initials="" lastIdx="0" clrIdx="197"/>
  <p:cmAuthor id="199" name="未知用户87" initials="未" lastIdx="0" clrIdx="198"/>
  <p:cmAuthor id="200" name="未知的使用者67" initials="" lastIdx="0" clrIdx="199"/>
  <p:cmAuthor id="201" name="未知用户88" initials="未" lastIdx="0" clrIdx="200"/>
  <p:cmAuthor id="202" name="未知的使用者46" initials="" lastIdx="0" clrIdx="201"/>
  <p:cmAuthor id="203" name="未知的使用者26" initials="" lastIdx="0" clrIdx="202"/>
  <p:cmAuthor id="204" name="未知的使用者43" initials="" lastIdx="0" clrIdx="203"/>
  <p:cmAuthor id="205" name="未知用户212" initials="未" lastIdx="0" clrIdx="204"/>
  <p:cmAuthor id="206" name="未知的使用者9" initials="" lastIdx="0" clrIdx="205"/>
  <p:cmAuthor id="207" name="未知用户62" initials="" lastIdx="0" clrIdx="206"/>
  <p:cmAuthor id="208" name="未知用户201" initials="未" lastIdx="0" clrIdx="207"/>
  <p:cmAuthor id="209" name="yuanzh" initials="" lastIdx="0" clrIdx="208"/>
  <p:cmAuthor id="210" name="不明使用者57" initials="" lastIdx="0" clrIdx="209"/>
  <p:cmAuthor id="211" name="未知用户108" initials="" lastIdx="0" clrIdx="210"/>
  <p:cmAuthor id="212" name="未知的使用者110" initials="" lastIdx="0" clrIdx="211"/>
  <p:cmAuthor id="213" name="linyd" initials="" lastIdx="0" clrIdx="212"/>
  <p:cmAuthor id="214" name="ll z" initials="l" lastIdx="0" clrIdx="213"/>
  <p:cmAuthor id="215" name="未知用户8" initials="" lastIdx="0" clrIdx="214"/>
  <p:cmAuthor id="216" name="未知的使用者31" initials="" lastIdx="0" clrIdx="215"/>
  <p:cmAuthor id="217" name="未知用户81" initials="" lastIdx="0" clrIdx="216"/>
  <p:cmAuthor id="218" name="未知用户115" initials="" lastIdx="0" clrIdx="217"/>
  <p:cmAuthor id="219" name="未知用户21" initials="" lastIdx="0" clrIdx="218"/>
  <p:cmAuthor id="220" name="未知的使用者68" initials="" lastIdx="0" clrIdx="219"/>
  <p:cmAuthor id="221" name="未知用户203" initials="未" lastIdx="0" clrIdx="220"/>
  <p:cmAuthor id="222" name="mm" initials="" lastIdx="0" clrIdx="221"/>
  <p:cmAuthor id="223" name="aaaaaa apple" initials="a" lastIdx="0" clrIdx="222"/>
  <p:cmAuthor id="224" name="未知用户15" initials="" lastIdx="0" clrIdx="223"/>
  <p:cmAuthor id="225" name="bu" initials="b" lastIdx="0" clrIdx="224"/>
  <p:cmAuthor id="226" name="朱晓瑜" initials="" lastIdx="0" clrIdx="225"/>
  <p:cmAuthor id="227" name="win7" initials="w" lastIdx="0" clrIdx="226"/>
  <p:cmAuthor id="228" name="不明使用者20" initials="" lastIdx="0" clrIdx="227"/>
  <p:cmAuthor id="229" name="未知用户82" initials="" lastIdx="0" clrIdx="228"/>
  <p:cmAuthor id="230" name="未知的使用者7" initials="" lastIdx="0" clrIdx="229"/>
  <p:cmAuthor id="231" name="ye gusong" initials="y" lastIdx="0" clrIdx="230"/>
  <p:cmAuthor id="232" name="未知用户6" initials="" lastIdx="0" clrIdx="231"/>
  <p:cmAuthor id="233" name="panjm" initials="p" lastIdx="0" clrIdx="232"/>
  <p:cmAuthor id="234" name="未知的使用者55" initials="" lastIdx="0" clrIdx="233"/>
  <p:cmAuthor id="235" name="未知的使用者111" initials="" lastIdx="0" clrIdx="234"/>
  <p:cmAuthor id="236" name="Johnny Hsieh" initials="J" lastIdx="0" clrIdx="235"/>
  <p:cmAuthor id="237" name="未知的使用者50" initials="" lastIdx="0" clrIdx="236"/>
  <p:cmAuthor id="238" name="孙" initials="孙" lastIdx="0" clrIdx="237"/>
  <p:cmAuthor id="239" name="未知的使用者11" initials="" lastIdx="0" clrIdx="238"/>
  <p:cmAuthor id="240" name="liuchunhua199110" initials="l" lastIdx="0" clrIdx="239"/>
  <p:cmAuthor id="241" name="未知用户47" initials="" lastIdx="0" clrIdx="240"/>
  <p:cmAuthor id="242" name="未知用户106" initials="未" lastIdx="0" clrIdx="241"/>
  <p:cmAuthor id="243" name="catherine" initials="c" lastIdx="0" clrIdx="242"/>
  <p:cmAuthor id="244" name="未知用户116" initials="" lastIdx="0" clrIdx="243"/>
  <p:cmAuthor id="245" name="未知的使用者150" initials="未" lastIdx="0" clrIdx="244"/>
  <p:cmAuthor id="246" name="未知的使用者69" initials="" lastIdx="0" clrIdx="245"/>
  <p:cmAuthor id="247" name="未知的使用者137" initials="未" lastIdx="0" clrIdx="246"/>
  <p:cmAuthor id="248" name="未知的使用者112" initials="" lastIdx="0" clrIdx="247"/>
  <p:cmAuthor id="249" name="未知的使用者138" initials="未" lastIdx="0" clrIdx="248"/>
  <p:cmAuthor id="250" name="未知用户183" initials="未知用户183" lastIdx="0" clrIdx="249"/>
  <p:cmAuthor id="251" name="Kevin Hu" initials="" lastIdx="0" clrIdx="250"/>
  <p:cmAuthor id="252" name="未知用户291" initials="未" lastIdx="0" clrIdx="251"/>
  <p:cmAuthor id="253" name="未知的使用者38" initials="" lastIdx="0" clrIdx="252"/>
  <p:cmAuthor id="254" name="未知的使用者198" initials="未" lastIdx="0" clrIdx="253"/>
  <p:cmAuthor id="255" name="唐可欣" initials="" lastIdx="0" clrIdx="254"/>
  <p:cmAuthor id="256" name="未知的使用者200" initials="未" lastIdx="0" clrIdx="255"/>
  <p:cmAuthor id="257" name="未知的使用者8" initials="" lastIdx="0" clrIdx="256"/>
  <p:cmAuthor id="258" name="未知的使用者194" initials="未" lastIdx="0" clrIdx="257"/>
  <p:cmAuthor id="259" name="不明使用者56" initials="" lastIdx="0" clrIdx="258"/>
  <p:cmAuthor id="260" name="未知的使用者201" initials="未" lastIdx="0" clrIdx="259"/>
  <p:cmAuthor id="261" name="P00035_jeremy" initials="" lastIdx="0" clrIdx="260"/>
  <p:cmAuthor id="262" name="未知的使用者202" initials="未" lastIdx="0" clrIdx="261"/>
  <p:cmAuthor id="263" name="Unknown User7" initials="" lastIdx="0" clrIdx="262"/>
  <p:cmAuthor id="264" name="未知的使用者171" initials="未" lastIdx="0" clrIdx="263"/>
  <p:cmAuthor id="265" name="muzi wei" initials="" lastIdx="0" clrIdx="264"/>
  <p:cmAuthor id="266" name="未知的使用者41" initials="" lastIdx="0" clrIdx="265"/>
  <p:cmAuthor id="267" name="未知的使用者196" initials="未" lastIdx="0" clrIdx="266"/>
  <p:cmAuthor id="268" name="未知的使用者13" initials="" lastIdx="0" clrIdx="267"/>
  <p:cmAuthor id="269" name="未知的使用者203" initials="未" lastIdx="0" clrIdx="268"/>
  <p:cmAuthor id="270" name="djj" initials="" lastIdx="0" clrIdx="269"/>
  <p:cmAuthor id="271" name="未知用户282" initials="未" lastIdx="0" clrIdx="270"/>
  <p:cmAuthor id="272" name="未知用户117" initials="" lastIdx="0" clrIdx="271"/>
  <p:cmAuthor id="273" name="未知用户283" initials="未" lastIdx="0" clrIdx="272"/>
  <p:cmAuthor id="274" name="shinin" initials="s" lastIdx="0" clrIdx="273"/>
  <p:cmAuthor id="275" name="未知用户213" initials="未" lastIdx="0" clrIdx="274"/>
  <p:cmAuthor id="276" name="未知用户13" initials="" lastIdx="0" clrIdx="275"/>
  <p:cmAuthor id="277" name="未知用户218" initials="未" lastIdx="0" clrIdx="276"/>
  <p:cmAuthor id="278" name="不明使用者21" initials="" lastIdx="0" clrIdx="277"/>
  <p:cmAuthor id="279" name="未知用户219" initials="未" lastIdx="0" clrIdx="278"/>
  <p:cmAuthor id="280" name="YUMINGNJ" initials="" lastIdx="0" clrIdx="279"/>
  <p:cmAuthor id="281" name="未知用户344" initials="未" lastIdx="0" clrIdx="280"/>
  <p:cmAuthor id="282" name="未知的使用者52" initials="" lastIdx="0" clrIdx="281"/>
  <p:cmAuthor id="283" name="未知用户109" initials="" lastIdx="0" clrIdx="282"/>
  <p:cmAuthor id="284" name="未知用户347" initials="未" lastIdx="0" clrIdx="283"/>
  <p:cmAuthor id="285" name="Unknown User117" initials="U" lastIdx="0" clrIdx="284"/>
  <p:cmAuthor id="286" name="未知用户348" initials="未" lastIdx="0" clrIdx="285"/>
  <p:cmAuthor id="287" name="thomas" initials="" lastIdx="0" clrIdx="286"/>
  <p:cmAuthor id="288" name="未知的使用者3" initials="" lastIdx="0" clrIdx="287"/>
  <p:cmAuthor id="289" name="赵 璐" initials="赵" lastIdx="0" clrIdx="288"/>
  <p:cmAuthor id="290" name="未知用户14" initials="" lastIdx="0" clrIdx="289"/>
  <p:cmAuthor id="291" name="Microsoft Office 用户" initials="M" lastIdx="0" clrIdx="290"/>
  <p:cmAuthor id="292" name="Unknown User65" initials="U" lastIdx="0" clrIdx="291"/>
  <p:cmAuthor id="293" name="未知用户98" initials="" lastIdx="0" clrIdx="292"/>
  <p:cmAuthor id="294" name="wei muzi" initials="w" lastIdx="0" clrIdx="293"/>
  <p:cmAuthor id="295" name="Unknown User67" initials="U" lastIdx="0" clrIdx="294"/>
  <p:cmAuthor id="296" name="�Ÿ�" initials="�" lastIdx="0" clrIdx="295"/>
  <p:cmAuthor id="297" name="未知用户83" initials="" lastIdx="0" clrIdx="296"/>
  <p:cmAuthor id="298" name="未知用户61" initials="" lastIdx="0" clrIdx="297"/>
  <p:cmAuthor id="299" name="張秀娟" initials="" lastIdx="0" clrIdx="298"/>
  <p:cmAuthor id="300" name="yang huimin" initials="yh" lastIdx="0" clrIdx="299"/>
  <p:cmAuthor id="301" name="Jason Wang" initials="" lastIdx="0" clrIdx="300"/>
  <p:cmAuthor id="302" name="张佚名" initials="张佚名" lastIdx="0" clrIdx="301"/>
  <p:cmAuthor id="303" name="不明使用者18" initials="" lastIdx="0" clrIdx="302"/>
  <p:cmAuthor id="304" name="未知用户383" initials="未" lastIdx="0" clrIdx="303"/>
  <p:cmAuthor id="305" name="未知用户28" initials="未" lastIdx="0" clrIdx="304"/>
  <p:cmAuthor id="306" name="未知用户384" initials="未" lastIdx="0" clrIdx="305"/>
  <p:cmAuthor id="307" name="未知的使用者72" initials="" lastIdx="0" clrIdx="306"/>
  <p:cmAuthor id="308" name="未知用户294" initials="未" lastIdx="0" clrIdx="307"/>
  <p:cmAuthor id="309" name="未知的使用者48" initials="" lastIdx="0" clrIdx="308"/>
  <p:cmAuthor id="310" name="未知用户385" initials="未" lastIdx="0" clrIdx="309"/>
  <p:cmAuthor id="311" name="未知的使用者104" initials="" lastIdx="0" clrIdx="310"/>
  <p:cmAuthor id="312" name="未知用户386" initials="未" lastIdx="0" clrIdx="311"/>
  <p:cmAuthor id="313" name="未知用户60" initials="" lastIdx="0" clrIdx="312"/>
  <p:cmAuthor id="314" name="未知用户429" initials="未" lastIdx="0" clrIdx="313"/>
  <p:cmAuthor id="315" name="未知的使用者39" initials="未" lastIdx="0" clrIdx="314"/>
  <p:cmAuthor id="316" name="Shawna Strickland" initials="" lastIdx="0" clrIdx="315"/>
  <p:cmAuthor id="317" name="未知用户430" initials="未" lastIdx="0" clrIdx="316"/>
  <p:cmAuthor id="318" name="未知的使用者36" initials="" lastIdx="0" clrIdx="317"/>
  <p:cmAuthor id="319" name="未知用户389" initials="未" lastIdx="0" clrIdx="318"/>
  <p:cmAuthor id="320" name="未知用户350" initials="未" lastIdx="0" clrIdx="319"/>
  <p:cmAuthor id="321" name="Daniel Wuu" initials="" lastIdx="0" clrIdx="320"/>
  <p:cmAuthor id="322" name="未知用户431" initials="未" lastIdx="0" clrIdx="321"/>
  <p:cmAuthor id="323" name="未知用户56" initials="" lastIdx="0" clrIdx="322"/>
  <p:cmAuthor id="324" name="未知用户351" initials="未" lastIdx="0" clrIdx="323"/>
  <p:cmAuthor id="325" name="未知的使用者14" initials="" lastIdx="0" clrIdx="324"/>
  <p:cmAuthor id="326" name="未知用户432" initials="未" lastIdx="0" clrIdx="325"/>
  <p:cmAuthor id="327" name="未知用户392" initials="未" lastIdx="0" clrIdx="326"/>
  <p:cmAuthor id="328" name="未知用户433" initials="未" lastIdx="0" clrIdx="327"/>
  <p:cmAuthor id="329" name="Ashley Eberenz" initials="" lastIdx="0" clrIdx="328"/>
  <p:cmAuthor id="330" name="未知用户434" initials="未" lastIdx="0" clrIdx="329"/>
  <p:cmAuthor id="331" name="不明使用者19" initials="" lastIdx="0" clrIdx="330"/>
  <p:cmAuthor id="332" name="未知用户393" initials="未" lastIdx="0" clrIdx="331"/>
  <p:cmAuthor id="333" name="qiantong" initials="" lastIdx="0" clrIdx="332"/>
  <p:cmAuthor id="334" name="未知用户435" initials="未" lastIdx="0" clrIdx="333"/>
  <p:cmAuthor id="335" name="未知的使用者74" initials="" lastIdx="0" clrIdx="334"/>
  <p:cmAuthor id="336" name="未知用户356" initials="未" lastIdx="0" clrIdx="335"/>
  <p:cmAuthor id="337" name="未知的使用者23" initials="" lastIdx="0" clrIdx="336"/>
  <p:cmAuthor id="338" name="未知用户436" initials="未" lastIdx="0" clrIdx="337"/>
  <p:cmAuthor id="339" name="未知的使用者1" initials="" lastIdx="0" clrIdx="338"/>
  <p:cmAuthor id="340" name="未知用户396" initials="未" lastIdx="0" clrIdx="339"/>
  <p:cmAuthor id="341" name="116304" initials="" lastIdx="0" clrIdx="340"/>
  <p:cmAuthor id="342" name="未知用户437" initials="未" lastIdx="0" clrIdx="341"/>
  <p:cmAuthor id="343" name="未知用户31" initials="未" lastIdx="0" clrIdx="342"/>
  <p:cmAuthor id="344" name="未知用户397" initials="未" lastIdx="0" clrIdx="343"/>
  <p:cmAuthor id="345" name="R affer" initials="" lastIdx="0" clrIdx="344"/>
  <p:cmAuthor id="346" name="未知用户419" initials="未" lastIdx="0" clrIdx="345"/>
  <p:cmAuthor id="347" name="qihua-DCMS" initials="" lastIdx="0" clrIdx="346"/>
  <p:cmAuthor id="348" name="未知用户399" initials="未" lastIdx="0" clrIdx="347"/>
  <p:cmAuthor id="349" name="未知用户55" initials="" lastIdx="0" clrIdx="348"/>
  <p:cmAuthor id="350" name="未知用户438" initials="未" lastIdx="0" clrIdx="349"/>
  <p:cmAuthor id="351" name="未知的使用者95" initials="" lastIdx="0" clrIdx="350"/>
  <p:cmAuthor id="352" name="未知用户401" initials="未" lastIdx="0" clrIdx="351"/>
  <p:cmAuthor id="353" name="未知用户402" initials="未" lastIdx="0" clrIdx="352"/>
  <p:cmAuthor id="354" name="未知的使用者32" initials="" lastIdx="0" clrIdx="353"/>
  <p:cmAuthor id="355" name="未知用户403" initials="未" lastIdx="0" clrIdx="354"/>
  <p:cmAuthor id="356" name="未知的使用者49" initials="" lastIdx="0" clrIdx="355"/>
  <p:cmAuthor id="357" name="未知用户327" initials="未" lastIdx="0" clrIdx="356"/>
  <p:cmAuthor id="358" name="Unknown User26" initials="U" lastIdx="0" clrIdx="357"/>
  <p:cmAuthor id="359" name="未知用户404" initials="未" lastIdx="0" clrIdx="358"/>
  <p:cmAuthor id="360" name="yuexuejun" initials="" lastIdx="0" clrIdx="359"/>
  <p:cmAuthor id="361" name="未知用户405" initials="未" lastIdx="0" clrIdx="360"/>
  <p:cmAuthor id="362" name="未知的使用者71" initials="" lastIdx="0" clrIdx="361"/>
  <p:cmAuthor id="363" name="未知用户439" initials="未" lastIdx="0" clrIdx="362"/>
  <p:cmAuthor id="364" name="曾蓓/贝贝" initials="曾" lastIdx="0" clrIdx="363"/>
  <p:cmAuthor id="365" name="未知的使用者105" initials="" lastIdx="0" clrIdx="364"/>
  <p:cmAuthor id="366" name="未知用户406" initials="未" lastIdx="0" clrIdx="365"/>
  <p:cmAuthor id="367" name="Unknown User70" initials="" lastIdx="0" clrIdx="366"/>
  <p:cmAuthor id="368" name="未知用户440" initials="未" lastIdx="0" clrIdx="367"/>
  <p:cmAuthor id="369" name="施普希（菜菜）" initials="施" lastIdx="0" clrIdx="368"/>
  <p:cmAuthor id="370" name="未知用户441" initials="未" lastIdx="0" clrIdx="369"/>
  <p:cmAuthor id="371" name="clinchen" initials="" lastIdx="0" clrIdx="370"/>
  <p:cmAuthor id="372" name="未知用户23" initials="" lastIdx="0" clrIdx="371"/>
  <p:cmAuthor id="373" name="未知用户442" initials="未" lastIdx="0" clrIdx="372"/>
  <p:cmAuthor id="374" name="曹 朝辉" initials="曹" lastIdx="0" clrIdx="373"/>
  <p:cmAuthor id="375" name="hanjuncompany" initials="" lastIdx="0" clrIdx="374"/>
  <p:cmAuthor id="376" name="未知用户409" initials="未" lastIdx="0" clrIdx="375"/>
  <p:cmAuthor id="377" name="mingzi wang" initials="mw" lastIdx="0" clrIdx="376"/>
  <p:cmAuthor id="378" name="kathy chen" initials="" lastIdx="0" clrIdx="377"/>
  <p:cmAuthor id="379" name="未知用户443" initials="未" lastIdx="0" clrIdx="378"/>
  <p:cmAuthor id="380" name="未知的使用者63" initials="" lastIdx="0" clrIdx="379"/>
  <p:cmAuthor id="381" name="未知用户411" initials="未" lastIdx="0" clrIdx="380"/>
  <p:cmAuthor id="382" name="未知的使用者64" initials="" lastIdx="0" clrIdx="381"/>
  <p:cmAuthor id="383" name="未知用户444" initials="未" lastIdx="0" clrIdx="382"/>
  <p:cmAuthor id="384" name="未知的使用者47" initials="" lastIdx="0" clrIdx="383"/>
  <p:cmAuthor id="385" name="未知用户413" initials="未" lastIdx="0" clrIdx="384"/>
  <p:cmAuthor id="386" name="未知的使用者60" initials="" lastIdx="0" clrIdx="385"/>
  <p:cmAuthor id="387" name="未知用户445" initials="未" lastIdx="0" clrIdx="386"/>
  <p:cmAuthor id="388" name="未知的使用者59" initials="" lastIdx="0" clrIdx="387"/>
  <p:cmAuthor id="389" name="未知的使用者54" initials="" lastIdx="0" clrIdx="388"/>
  <p:cmAuthor id="390" name="未知的使用者66" initials="" lastIdx="0" clrIdx="389"/>
  <p:cmAuthor id="391" name="未知的使用者65" initials="" lastIdx="0" clrIdx="390"/>
  <p:cmAuthor id="392" name="未知的使用者106" initials="" lastIdx="0" clrIdx="391"/>
  <p:cmAuthor id="393" name="未知的使用者107" initials="" lastIdx="0" clrIdx="392"/>
  <p:cmAuthor id="394" name="未知的使用者108" initials="" lastIdx="0" clrIdx="393"/>
  <p:cmAuthor id="395" name="未知的使用者86" initials="" lastIdx="0" clrIdx="394"/>
  <p:cmAuthor id="396" name="未知的使用者116" initials="" lastIdx="0" clrIdx="395"/>
  <p:cmAuthor id="397" name="未知的使用者44" initials="" lastIdx="0" clrIdx="396"/>
  <p:cmAuthor id="398" name="未知的使用者37" initials="" lastIdx="0" clrIdx="397"/>
  <p:cmAuthor id="399" name="未知的使用者126" initials="" lastIdx="0" clrIdx="398"/>
  <p:cmAuthor id="400" name="未知的使用者127" initials="" lastIdx="0" clrIdx="399"/>
  <p:cmAuthor id="401" name="未知的使用者128" initials="" lastIdx="0" clrIdx="400"/>
  <p:cmAuthor id="402" name="未知的使用者124" initials="" lastIdx="0" clrIdx="401"/>
  <p:cmAuthor id="403" name="未知的使用者125" initials="" lastIdx="0" clrIdx="402"/>
  <p:cmAuthor id="404" name="Sara Chen" initials="" lastIdx="0" clrIdx="403"/>
  <p:cmAuthor id="405" name="huang gerrard" initials="" lastIdx="0" clrIdx="404"/>
  <p:cmAuthor id="406" name="未知用户170" initials="" lastIdx="0" clrIdx="405"/>
  <p:cmAuthor id="407" name="未知用户171" initials="" lastIdx="0" clrIdx="406"/>
  <p:cmAuthor id="408" name="未知用户172" initials="" lastIdx="0" clrIdx="407"/>
  <p:cmAuthor id="409" name="39201" initials="3" lastIdx="0" clrIdx="408"/>
  <p:cmAuthor id="410" name="未知用户173" initials="" lastIdx="0" clrIdx="409"/>
  <p:cmAuthor id="411" name="未知用户149" initials="" lastIdx="0" clrIdx="410"/>
  <p:cmAuthor id="412" name="未知用户150" initials="" lastIdx="0" clrIdx="411"/>
  <p:cmAuthor id="413" name="未知用户151" initials="" lastIdx="0" clrIdx="412"/>
  <p:cmAuthor id="414" name="未知用户152" initials="" lastIdx="0" clrIdx="413"/>
  <p:cmAuthor id="415" name="未知用户153" initials="" lastIdx="0" clrIdx="414"/>
  <p:cmAuthor id="416" name="未知用户154" initials="" lastIdx="0" clrIdx="415"/>
  <p:cmAuthor id="417" name="未知用户155" initials="" lastIdx="0" clrIdx="416"/>
  <p:cmAuthor id="418" name="未知用户41" initials="" lastIdx="0" clrIdx="417"/>
  <p:cmAuthor id="419" name="未知用户44" initials="" lastIdx="0" clrIdx="418"/>
  <p:cmAuthor id="420" name="未知用户45" initials="" lastIdx="0" clrIdx="419"/>
  <p:cmAuthor id="421" name="未知用户156" initials="" lastIdx="0" clrIdx="420"/>
  <p:cmAuthor id="422" name="未知用户64" initials="" lastIdx="0" clrIdx="421"/>
  <p:cmAuthor id="423" name="未知用户65" initials="" lastIdx="0" clrIdx="422"/>
  <p:cmAuthor id="424" name="仇怿俊" initials="仇" lastIdx="0" clrIdx="423"/>
  <p:cmAuthor id="425" name="未知用户68" initials="" lastIdx="0" clrIdx="424"/>
  <p:cmAuthor id="426" name="mei shuo" initials="mei shuo" lastIdx="0" clrIdx="425"/>
  <p:cmAuthor id="427" name="未知用户69" initials="" lastIdx="0" clrIdx="426"/>
  <p:cmAuthor id="428" name="李 雨桐" initials="李" lastIdx="0" clrIdx="427"/>
  <p:cmAuthor id="429" name="未知用户70" initials="" lastIdx="0" clrIdx="428"/>
  <p:cmAuthor id="430" name="ShanQiu LH" initials="SL" lastIdx="0" clrIdx="429"/>
  <p:cmAuthor id="431" name="未知用户71" initials="" lastIdx="0" clrIdx="430"/>
  <p:cmAuthor id="432" name="未知用户72" initials="" lastIdx="0" clrIdx="431"/>
  <p:cmAuthor id="433" name="未知用户73" initials="" lastIdx="0" clrIdx="432"/>
  <p:cmAuthor id="434" name="未知用户49" initials="" lastIdx="0" clrIdx="433"/>
  <p:cmAuthor id="435" name="未知用户50" initials="" lastIdx="0" clrIdx="434"/>
  <p:cmAuthor id="436" name="未知用户52" initials="" lastIdx="0" clrIdx="435"/>
  <p:cmAuthor id="437" name="MA15" initials="" lastIdx="0" clrIdx="436"/>
  <p:cmAuthor id="438" name="未知用户53" initials="" lastIdx="0" clrIdx="437"/>
  <p:cmAuthor id="439" name="未知用户96" initials="" lastIdx="0" clrIdx="438"/>
  <p:cmAuthor id="440" name="未知用户48" initials="" lastIdx="0" clrIdx="439"/>
  <p:cmAuthor id="441" name="未知用户97" initials="" lastIdx="0" clrIdx="440"/>
  <p:cmAuthor id="442" name="未知用户40" initials="" lastIdx="0" clrIdx="441"/>
  <p:cmAuthor id="443" name="未知用户43" initials="" lastIdx="0" clrIdx="442"/>
  <p:cmAuthor id="444" name="未知用户100" initials="" lastIdx="0" clrIdx="443"/>
  <p:cmAuthor id="445" name="未知用户101" initials="" lastIdx="0" clrIdx="444"/>
  <p:cmAuthor id="446" name="未知用户26" initials="" lastIdx="0" clrIdx="445"/>
  <p:cmAuthor id="447" name="未知用户29" initials="" lastIdx="0" clrIdx="446"/>
  <p:cmAuthor id="448" name="未知用户32" initials="" lastIdx="0" clrIdx="447"/>
  <p:cmAuthor id="449" name="未知用户33" initials="" lastIdx="0" clrIdx="448"/>
  <p:cmAuthor id="450" name="未知用户34" initials="" lastIdx="0" clrIdx="449"/>
  <p:cmAuthor id="451" name="未知用户42" initials="" lastIdx="0" clrIdx="450"/>
  <p:cmAuthor id="452" name="未知的使用者109" initials="" lastIdx="0" clrIdx="451"/>
  <p:cmAuthor id="453" name="未知的使用者122" initials="" lastIdx="0" clrIdx="452"/>
  <p:cmAuthor id="454" name="未知的使用者123" initials="" lastIdx="0" clrIdx="453"/>
  <p:cmAuthor id="455" name="未知用户93" initials="" lastIdx="0" clrIdx="454"/>
  <p:cmAuthor id="456" name="未知用户90" initials="" lastIdx="0" clrIdx="455"/>
  <p:cmAuthor id="457" name="未知用户91" initials="" lastIdx="0" clrIdx="456"/>
  <p:cmAuthor id="458" name="未知用户92" initials="" lastIdx="0" clrIdx="457"/>
  <p:cmAuthor id="459" name="未知用户74" initials="" lastIdx="0" clrIdx="458"/>
  <p:cmAuthor id="460" name="未知用户75" initials="" lastIdx="0" clrIdx="459"/>
  <p:cmAuthor id="461" name="未知用户76" initials="" lastIdx="0" clrIdx="460"/>
  <p:cmAuthor id="462" name="未知用户77" initials="" lastIdx="0" clrIdx="461"/>
  <p:cmAuthor id="463" name="未知用户78" initials="" lastIdx="0" clrIdx="462"/>
  <p:cmAuthor id="464" name="未知用户79" initials="" lastIdx="0" clrIdx="463"/>
  <p:cmAuthor id="465" name="未知用户80" initials="" lastIdx="0" clrIdx="464"/>
  <p:cmAuthor id="466" name="Harry xu" initials="" lastIdx="0" clrIdx="465"/>
  <p:cmAuthor id="467" name="未知用户27" initials="未" lastIdx="0" clrIdx="466"/>
  <p:cmAuthor id="468" name="未知用户35" initials="未" lastIdx="0" clrIdx="467"/>
  <p:cmAuthor id="469" name="未知用户111" initials="未" lastIdx="0" clrIdx="468"/>
  <p:cmAuthor id="470" name="KevinMaxwell" initials="K" lastIdx="0" clrIdx="469"/>
  <p:cmAuthor id="471" name="87683" initials="8" lastIdx="0" clrIdx="470"/>
  <p:cmAuthor id="472" name="22015" initials="2" lastIdx="0" clrIdx="471"/>
  <p:cmAuthor id="473" name="Unknown User23" initials="U" lastIdx="0" clrIdx="472"/>
  <p:cmAuthor id="474" name="lipen" initials="l" lastIdx="0" clrIdx="473"/>
  <p:cmAuthor id="475" name="未知的使用者78" initials="未" lastIdx="0" clrIdx="474"/>
  <p:cmAuthor id="476" name="王林10186938" initials="王" lastIdx="0" clrIdx="475"/>
  <p:cmAuthor id="477" name="李婧宜_YBferYVR" initials="authorId_1217247658" lastIdx="0" clrIdx="476"/>
  <p:cmAuthor id="478" name="0045000519" initials="0" lastIdx="0" clrIdx="477"/>
  <p:cmAuthor id="479" name="方绍波|fangshaobo" initials="I" lastIdx="0" clrIdx="478"/>
  <p:cmAuthor id="480" name="WHF" initials="W" lastIdx="0" clrIdx="479"/>
  <p:cmAuthor id="481" name="金宇峰_BfyebuM3" initials="authorId_1008746-10054633" lastIdx="0" clrIdx="480"/>
  <p:cmAuthor id="482" name="Liu, Hongqing (NSB - CN/Shanghai)" initials="L" lastIdx="0" clrIdx="481"/>
  <p:cmAuthor id="483" name="王 蒙" initials="王" lastIdx="0" clrIdx="482"/>
  <p:cmAuthor id="484" name="重书" initials="重书" lastIdx="0" clrIdx="483"/>
  <p:cmAuthor id="485" name="未知用户63" initials="未知用户63" lastIdx="0" clrIdx="484"/>
  <p:cmAuthor id="486" name="未知的使用者102" initials="未" lastIdx="0" clrIdx="485"/>
  <p:cmAuthor id="487" name="未知的使用者61" initials="未" lastIdx="0" clrIdx="486"/>
  <p:cmAuthor id="488" name="仝德志" initials="仝" lastIdx="0" clrIdx="487"/>
  <p:cmAuthor id="489" name="未知用户112" initials="未知用户112" lastIdx="0" clrIdx="488"/>
  <p:cmAuthor id="490" name="未知的使用者183" initials="未" lastIdx="0" clrIdx="489"/>
  <p:cmAuthor id="491" name="未知用户162" initials="未知用户162" lastIdx="0" clrIdx="490"/>
  <p:cmAuthor id="492" name="未知用户163" initials="未知用户163" lastIdx="0" clrIdx="491"/>
  <p:cmAuthor id="493" name="針對所選的門市進行小範圍實驗，捕捉驅動績效的關鍵影響因子" initials="針" lastIdx="0" clrIdx="492"/>
  <p:cmAuthor id="494" name="James" initials="J" lastIdx="0" clrIdx="493"/>
  <p:cmAuthor id="495" name="未知的使用者114" initials="未" lastIdx="0" clrIdx="494"/>
  <p:cmAuthor id="496" name="未知用户164" initials="未知用户164" lastIdx="0" clrIdx="495"/>
  <p:cmAuthor id="497" name="未知的使用者184" initials="未" lastIdx="0" clrIdx="496"/>
  <p:cmAuthor id="498" name="未知的使用者185" initials="未" lastIdx="0" clrIdx="497"/>
  <p:cmAuthor id="499" name="未知的使用者186" initials="未" lastIdx="0" clrIdx="498"/>
  <p:cmAuthor id="500" name="未知的使用者175" initials="未" lastIdx="0" clrIdx="499"/>
  <p:cmAuthor id="501" name="未知的使用者176" initials="未" lastIdx="0" clrIdx="500"/>
  <p:cmAuthor id="502" name="未知的使用者187" initials="未" lastIdx="0" clrIdx="501"/>
  <p:cmAuthor id="503" name="未知的使用者178" initials="未" lastIdx="0" clrIdx="502"/>
  <p:cmAuthor id="504" name="未知的使用者179" initials="未" lastIdx="0" clrIdx="503"/>
  <p:cmAuthor id="505" name="未知的使用者180" initials="未" lastIdx="0" clrIdx="504"/>
  <p:cmAuthor id="506" name="未知的使用者181" initials="未" lastIdx="0" clrIdx="505"/>
  <p:cmAuthor id="507" name="未知的使用者170" initials="未" lastIdx="0" clrIdx="506"/>
  <p:cmAuthor id="508" name="未知的使用者190" initials="未" lastIdx="0" clrIdx="507"/>
  <p:cmAuthor id="509" name="未知的使用者191" initials="未" lastIdx="0" clrIdx="508"/>
  <p:cmAuthor id="510" name="未知的使用者141" initials="未" lastIdx="0" clrIdx="509"/>
  <p:cmAuthor id="511" name="未知的使用者142" initials="未" lastIdx="0" clrIdx="510"/>
  <p:cmAuthor id="512" name="未知的使用者143" initials="未" lastIdx="0" clrIdx="511"/>
  <p:cmAuthor id="513" name="未知的使用者144" initials="未" lastIdx="0" clrIdx="512"/>
  <p:cmAuthor id="514" name="未知的使用者145" initials="未" lastIdx="0" clrIdx="513"/>
  <p:cmAuthor id="515" name="未知用户165" initials="未知用户165" lastIdx="0" clrIdx="514"/>
  <p:cmAuthor id="516" name="未知的使用者147" initials="未" lastIdx="0" clrIdx="515"/>
  <p:cmAuthor id="517" name="未知用户166" initials="未知用户166" lastIdx="0" clrIdx="516"/>
  <p:cmAuthor id="518" name="未知的使用者149" initials="未" lastIdx="0" clrIdx="517"/>
  <p:cmAuthor id="519" name="未知用户167" initials="未知用户167" lastIdx="0" clrIdx="518"/>
  <p:cmAuthor id="520" name="未知用户168" initials="未知用户168" lastIdx="0" clrIdx="519"/>
  <p:cmAuthor id="521" name="未知用户169" initials="未知用户169" lastIdx="0" clrIdx="520"/>
  <p:cmAuthor id="522" name="未知用户202" initials="未" lastIdx="0" clrIdx="521"/>
  <p:cmAuthor id="523" name="未知的使用者220" initials="未" lastIdx="0" clrIdx="522"/>
  <p:cmAuthor id="524" name="未知用户134" initials="未" lastIdx="0" clrIdx="523"/>
  <p:cmAuthor id="525" name="未知用户135" initials="未" lastIdx="0" clrIdx="524"/>
  <p:cmAuthor id="526" name="未知用户205" initials="未" lastIdx="0" clrIdx="525"/>
  <p:cmAuthor id="527" name="未知的使用者157" initials="未" lastIdx="0" clrIdx="526"/>
  <p:cmAuthor id="528" name="未知的使用者204" initials="未" lastIdx="0" clrIdx="527"/>
  <p:cmAuthor id="529" name="黄晓平" initials="黄" lastIdx="0" clrIdx="528"/>
  <p:cmAuthor id="530" name="Yoyo Wu" initials="Y" lastIdx="0" clrIdx="529"/>
  <p:cmAuthor id="531" name="徐琳00159163" initials="徐琳00159163" lastIdx="0" clrIdx="530"/>
  <p:cmAuthor id="532" name="zhangbin" initials="z" lastIdx="0" clrIdx="531"/>
  <p:cmAuthor id="533" name="任涛10036216" initials="任涛10036216" lastIdx="0" clrIdx="532"/>
  <p:cmAuthor id="534" name="Arno.Du(杜明星)" initials="A" lastIdx="0" clrIdx="533"/>
  <p:cmAuthor id="535" name="未知用户174" initials="未知用户174" lastIdx="0" clrIdx="534"/>
  <p:cmAuthor id="536" name="未知用户175" initials="未知用户175" lastIdx="0" clrIdx="535"/>
  <p:cmAuthor id="537" name="Unknown User27" initials="U" lastIdx="0" clrIdx="536"/>
  <p:cmAuthor id="538" name="Unknown User11" initials="U" lastIdx="0" clrIdx="537"/>
  <p:cmAuthor id="539" name="Unknown User112" initials="U" lastIdx="0" clrIdx="538"/>
  <p:cmAuthor id="540" name="Unknown User59" initials="U" lastIdx="0" clrIdx="539"/>
  <p:cmAuthor id="541" name="未知用户176" initials="未知用户176" lastIdx="0" clrIdx="540"/>
  <p:cmAuthor id="542" name="未知的使用者249" initials="未" lastIdx="0" clrIdx="541"/>
  <p:cmAuthor id="543" name="未知的使用者250" initials="未" lastIdx="0" clrIdx="542"/>
  <p:cmAuthor id="544" name="未知的使用者251" initials="未" lastIdx="0" clrIdx="543"/>
  <p:cmAuthor id="545" name="未知的使用者246" initials="未" lastIdx="0" clrIdx="544"/>
  <p:cmAuthor id="546" name="未知的使用者224" initials="未" lastIdx="0" clrIdx="545"/>
  <p:cmAuthor id="547" name="未知的使用者252" initials="未" lastIdx="0" clrIdx="546"/>
  <p:cmAuthor id="548" name="未知的使用者253" initials="未" lastIdx="0" clrIdx="547"/>
  <p:cmAuthor id="549" name="未知的使用者254" initials="未" lastIdx="0" clrIdx="548"/>
  <p:cmAuthor id="550" name="未知的使用者255" initials="未" lastIdx="0" clrIdx="549"/>
  <p:cmAuthor id="551" name="未知的使用者226" initials="未" lastIdx="0" clrIdx="550"/>
  <p:cmAuthor id="552" name="未知用户195" initials="未" lastIdx="0" clrIdx="551"/>
  <p:cmAuthor id="553" name="raymond luan" initials="r" lastIdx="0" clrIdx="552"/>
  <p:cmAuthor id="554" name="未知用户208" initials="未" lastIdx="0" clrIdx="553"/>
  <p:cmAuthor id="555" name="未知用户198" initials="未" lastIdx="0" clrIdx="554"/>
  <p:cmAuthor id="556" name="未知用户209" initials="未" lastIdx="0" clrIdx="555"/>
  <p:cmAuthor id="557" name="未知用户36" initials="未" lastIdx="0" clrIdx="556"/>
  <p:cmAuthor id="558" name="Evonlin" initials="E" lastIdx="0" clrIdx="557"/>
  <p:cmAuthor id="559" name="WANGZF" initials="W" lastIdx="0" clrIdx="558"/>
  <p:cmAuthor id="560" name="未知用户94" initials="未" lastIdx="0" clrIdx="559"/>
  <p:cmAuthor id="561" name="未知的使用者188" initials="未" lastIdx="0" clrIdx="560"/>
  <p:cmAuthor id="562" name="未知用户118" initials="未" lastIdx="0" clrIdx="561"/>
  <p:cmAuthor id="563" name="未知用户119" initials="未" lastIdx="0" clrIdx="562"/>
  <p:cmAuthor id="564" name="未知用户120" initials="未" lastIdx="0" clrIdx="563"/>
  <p:cmAuthor id="565" name="未知用户121" initials="未" lastIdx="0" clrIdx="564"/>
  <p:cmAuthor id="566" name="未知用户122" initials="未" lastIdx="0" clrIdx="565"/>
  <p:cmAuthor id="567" name="梅芬 吳" initials="梅" lastIdx="0" clrIdx="566"/>
  <p:cmAuthor id="568" name="未知的使用者134" initials="未" lastIdx="0" clrIdx="567"/>
  <p:cmAuthor id="569" name="未知的使用者136" initials="未" lastIdx="0" clrIdx="568"/>
  <p:cmAuthor id="570" name="未知的使用者139" initials="未" lastIdx="0" clrIdx="569"/>
  <p:cmAuthor id="571" name="未知的使用者140" initials="未" lastIdx="0" clrIdx="570"/>
  <p:cmAuthor id="572" name="未知的使用者197" initials="未" lastIdx="0" clrIdx="571"/>
  <p:cmAuthor id="573" name="王丽君" initials="王" lastIdx="0" clrIdx="572"/>
  <p:cmAuthor id="574" name="Xia Ting" initials="X" lastIdx="0" clrIdx="573"/>
  <p:cmAuthor id="575" name="未知的使用者153" initials="未" lastIdx="0" clrIdx="574"/>
  <p:cmAuthor id="576" name="未知的使用者154" initials="未" lastIdx="0" clrIdx="575"/>
  <p:cmAuthor id="577" name="未知用户10" initials="未" lastIdx="0" clrIdx="576"/>
  <p:cmAuthor id="578" name="未知用户11" initials="未" lastIdx="0" clrIdx="577"/>
  <p:cmAuthor id="579" name="未知的使用者151" initials="未" lastIdx="0" clrIdx="578"/>
  <p:cmAuthor id="580" name="未知的使用者89" initials="未" lastIdx="0" clrIdx="579"/>
  <p:cmAuthor id="581" name="未知的使用者88" initials="未" lastIdx="0" clrIdx="580"/>
  <p:cmAuthor id="582" name="未知用户89" initials="未" lastIdx="0" clrIdx="581"/>
  <p:cmAuthor id="583" name="庆芳 许" initials="庆" lastIdx="0" clrIdx="582"/>
  <p:cmAuthor id="584" name="jerrychou" initials="j" lastIdx="0" clrIdx="583"/>
  <p:cmAuthor id="585" name="不明使用者12" initials="不" lastIdx="0" clrIdx="584"/>
  <p:cmAuthor id="586" name="不明使用者1" initials="不" lastIdx="0" clrIdx="585"/>
  <p:cmAuthor id="587" name="不明使用者2" initials="不" lastIdx="0" clrIdx="586"/>
  <p:cmAuthor id="588" name="不明使用者3" initials="不" lastIdx="0" clrIdx="587"/>
  <p:cmAuthor id="589" name="不明使用者4" initials="不" lastIdx="0" clrIdx="588"/>
  <p:cmAuthor id="590" name="不明使用者6" initials="不" lastIdx="0" clrIdx="589"/>
  <p:cmAuthor id="591" name="不明使用者5" initials="不" lastIdx="0" clrIdx="590"/>
  <p:cmAuthor id="592" name="不明使用者7" initials="不" lastIdx="0" clrIdx="591"/>
  <p:cmAuthor id="593" name="不明使用者8" initials="不" lastIdx="0" clrIdx="592"/>
  <p:cmAuthor id="594" name="不明使用者9" initials="不" lastIdx="0" clrIdx="593"/>
  <p:cmAuthor id="595" name="不明使用者10" initials="不" lastIdx="0" clrIdx="594"/>
  <p:cmAuthor id="596" name="不明使用者11" initials="不" lastIdx="0" clrIdx="595"/>
  <p:cmAuthor id="597" name="未知的使用者227" initials="未" lastIdx="0" clrIdx="596"/>
  <p:cmAuthor id="598" name="未知的使用者270" initials="未" lastIdx="0" clrIdx="597"/>
  <p:cmAuthor id="599" name="未知的使用者228" initials="未" lastIdx="0" clrIdx="598"/>
  <p:cmAuthor id="600" name="未知的使用者229" initials="未" lastIdx="0" clrIdx="599"/>
  <p:cmAuthor id="601" name="未知的使用者230" initials="未" lastIdx="0" clrIdx="600"/>
  <p:cmAuthor id="602" name="未知的使用者231" initials="未" lastIdx="0" clrIdx="601"/>
  <p:cmAuthor id="603" name="未知的使用者256" initials="未" lastIdx="0" clrIdx="602"/>
  <p:cmAuthor id="604" name="未知的使用者233" initials="未" lastIdx="0" clrIdx="603"/>
  <p:cmAuthor id="605" name="未知的使用者234" initials="未" lastIdx="0" clrIdx="604"/>
  <p:cmAuthor id="606" name="未知的使用者235" initials="未" lastIdx="0" clrIdx="605"/>
  <p:cmAuthor id="607" name="未知的使用者236" initials="未" lastIdx="0" clrIdx="606"/>
  <p:cmAuthor id="608" name="未知的使用者257" initials="未" lastIdx="0" clrIdx="607"/>
  <p:cmAuthor id="609" name="未知的使用者237" initials="未" lastIdx="0" clrIdx="608"/>
  <p:cmAuthor id="610" name="未知的使用者238" initials="未" lastIdx="0" clrIdx="609"/>
  <p:cmAuthor id="611" name="未知的使用者239" initials="未" lastIdx="0" clrIdx="610"/>
  <p:cmAuthor id="612" name="未知的使用者240" initials="未" lastIdx="0" clrIdx="611"/>
  <p:cmAuthor id="613" name="未知的使用者241" initials="未" lastIdx="0" clrIdx="612"/>
  <p:cmAuthor id="614" name="未知的使用者242" initials="未" lastIdx="0" clrIdx="613"/>
  <p:cmAuthor id="615" name="未知的使用者243" initials="未" lastIdx="0" clrIdx="614"/>
  <p:cmAuthor id="616" name="未知的使用者258" initials="未" lastIdx="0" clrIdx="615"/>
  <p:cmAuthor id="617" name="未知的使用者259" initials="未" lastIdx="0" clrIdx="616"/>
  <p:cmAuthor id="618" name="未知的使用者260" initials="未" lastIdx="0" clrIdx="617"/>
  <p:cmAuthor id="619" name="未知的使用者261" initials="未" lastIdx="0" clrIdx="618"/>
  <p:cmAuthor id="620" name="未知的使用者262" initials="未" lastIdx="0" clrIdx="619"/>
  <p:cmAuthor id="621" name="未知的使用者263" initials="未" lastIdx="0" clrIdx="620"/>
  <p:cmAuthor id="622" name="未知的使用者264" initials="未" lastIdx="0" clrIdx="621"/>
  <p:cmAuthor id="623" name="未知的使用者265" initials="未" lastIdx="0" clrIdx="622"/>
  <p:cmAuthor id="624" name="未知的使用者266" initials="未" lastIdx="0" clrIdx="623"/>
  <p:cmAuthor id="625" name="未知的使用者267" initials="未" lastIdx="0" clrIdx="624"/>
  <p:cmAuthor id="626" name="未知的使用者268" initials="未" lastIdx="0" clrIdx="625"/>
  <p:cmAuthor id="627" name="未知的使用者269" initials="未" lastIdx="0" clrIdx="626"/>
  <p:cmAuthor id="628" name="lillian" initials="l" lastIdx="0" clrIdx="627"/>
  <p:cmAuthor id="629" name="未知用户197" initials="未" lastIdx="0" clrIdx="628"/>
  <p:cmAuthor id="630" name="未知的使用者217" initials="未" lastIdx="0" clrIdx="629"/>
  <p:cmAuthor id="631" name="未知的使用者218" initials="未" lastIdx="0" clrIdx="630"/>
  <p:cmAuthor id="632" name="未知的使用者219" initials="未" lastIdx="0" clrIdx="631"/>
  <p:cmAuthor id="633" name="未知的使用者152" initials="未" lastIdx="0" clrIdx="632"/>
  <p:cmAuthor id="634" name="未知的使用者156" initials="未" lastIdx="0" clrIdx="633"/>
  <p:cmAuthor id="635" name="未知的使用者100" initials="未" lastIdx="0" clrIdx="634"/>
  <p:cmAuthor id="636" name="未知的使用者129" initials="未" lastIdx="0" clrIdx="635"/>
  <p:cmAuthor id="637" name="未知的使用者130" initials="未" lastIdx="0" clrIdx="636"/>
  <p:cmAuthor id="638" name="未知的使用者131" initials="未" lastIdx="0" clrIdx="637"/>
  <p:cmAuthor id="639" name="未知的使用者132" initials="未" lastIdx="0" clrIdx="638"/>
  <p:cmAuthor id="640" name="未知的使用者164" initials="未" lastIdx="0" clrIdx="639"/>
  <p:cmAuthor id="641" name="未知的使用者172" initials="未" lastIdx="0" clrIdx="640"/>
  <p:cmAuthor id="642" name="未知的使用者174" initials="未" lastIdx="0" clrIdx="641"/>
  <p:cmAuthor id="643" name="未知的使用者247" initials="未" lastIdx="0" clrIdx="642"/>
  <p:cmAuthor id="644" name="99770" initials="9" lastIdx="0" clrIdx="643"/>
  <p:cmAuthor id="645" name="bowgh" initials="b" lastIdx="0" clrIdx="644"/>
  <p:cmAuthor id="646" name="群智集" initials="群" lastIdx="0" clrIdx="645"/>
  <p:cmAuthor id="647" name="郏 鹏" initials="郏" lastIdx="0" clrIdx="646"/>
  <p:cmAuthor id="648" name="郏鹏" initials="M" lastIdx="0" clrIdx="647"/>
  <p:cmAuthor id="649" name="未知用户307" initials="未" lastIdx="0" clrIdx="648"/>
  <p:cmAuthor id="650" name="殷格非" initials="殷" lastIdx="0" clrIdx="649"/>
  <p:cmAuthor id="651" name="z r" initials="zr" lastIdx="0" clrIdx="650"/>
  <p:cmAuthor id="652" name="lc xue" initials="lx" lastIdx="0" clrIdx="651"/>
  <p:cmAuthor id="653" name="未知的使用者146" initials="未" lastIdx="0" clrIdx="652"/>
  <p:cmAuthor id="654" name="郑杨燚|zhengyangyi" initials="郑杨燚" lastIdx="0" clrIdx="653"/>
  <p:cmAuthor id="655" name="13709759491@139.com" initials="1" lastIdx="0" clrIdx="654"/>
  <p:cmAuthor id="656" name="未知用户113" initials="未" lastIdx="0" clrIdx="655"/>
  <p:cmAuthor id="657" name="未知用户86" initials="未" lastIdx="0" clrIdx="656"/>
  <p:cmAuthor id="658" name="未知用户138" initials="未" lastIdx="0" clrIdx="657"/>
  <p:cmAuthor id="659" name="未知用户215" initials="未" lastIdx="0" clrIdx="658"/>
  <p:cmAuthor id="660" name="单 善" initials="单" lastIdx="0" clrIdx="659"/>
  <p:cmAuthor id="661" name="Unknown User25" initials="U" lastIdx="0" clrIdx="660"/>
  <p:cmAuthor id="662" name="未知用户130" initials="未" lastIdx="0" clrIdx="661"/>
  <p:cmAuthor id="663" name="未知用户132" initials="未" lastIdx="0" clrIdx="662"/>
  <p:cmAuthor id="664" name="未知用户136" initials="未" lastIdx="0" clrIdx="663"/>
  <p:cmAuthor id="665" name="未知的使用者232" initials="未" lastIdx="0" clrIdx="664"/>
  <p:cmAuthor id="666" name="Unknown User113" initials="U" lastIdx="0" clrIdx="665"/>
  <p:cmAuthor id="667" name="Unknown User114" initials="U" lastIdx="0" clrIdx="666"/>
  <p:cmAuthor id="668" name="Author" initials="A" lastIdx="0" clrIdx="667"/>
  <p:cmAuthor id="669" name="ADMIN" initials="A" lastIdx="0" clrIdx="668"/>
  <p:cmAuthor id="670" name="松 温来" initials="松温" lastIdx="0" clrIdx="66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EBD"/>
    <a:srgbClr val="596EFB"/>
    <a:srgbClr val="1D2E26"/>
    <a:srgbClr val="1D2B22"/>
    <a:srgbClr val="D4AF37"/>
    <a:srgbClr val="00838F"/>
    <a:srgbClr val="005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29"/>
        <p:guide pos="403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5615" y="512763"/>
            <a:ext cx="457277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algn="l">
              <a:lnSpc>
                <a:spcPct val="100000"/>
              </a:lnSpc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末尾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245" y="671830"/>
            <a:ext cx="1191895" cy="520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Users/kris/Desktop/bg3.pngbg3"/>
          <p:cNvPicPr>
            <a:picLocks noChangeAspect="1"/>
          </p:cNvPicPr>
          <p:nvPr userDrawn="1"/>
        </p:nvPicPr>
        <p:blipFill>
          <a:blip r:embed="rId2"/>
          <a:srcRect t="62" b="62"/>
          <a:stretch>
            <a:fillRect/>
          </a:stretch>
        </p:blipFill>
        <p:spPr>
          <a:xfrm>
            <a:off x="4895" y="0"/>
            <a:ext cx="17424617" cy="9781305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5363493" y="9419035"/>
            <a:ext cx="1619945" cy="266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kumimoji="1" lang="zh-CN" altLang="en-US" sz="114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内部资料，禁止外传</a:t>
            </a:r>
            <a:endParaRPr kumimoji="1" lang="zh-CN" altLang="en-US" sz="1140" smtClean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Users/kris/Desktop/bg3.pngbg3"/>
          <p:cNvPicPr>
            <a:picLocks noChangeAspect="1"/>
          </p:cNvPicPr>
          <p:nvPr userDrawn="1"/>
        </p:nvPicPr>
        <p:blipFill>
          <a:blip r:embed="rId2"/>
          <a:srcRect t="62" b="62"/>
          <a:stretch>
            <a:fillRect/>
          </a:stretch>
        </p:blipFill>
        <p:spPr>
          <a:xfrm>
            <a:off x="4895" y="0"/>
            <a:ext cx="17424617" cy="9781305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73217" y="566048"/>
            <a:ext cx="12236256" cy="771636"/>
          </a:xfrm>
        </p:spPr>
        <p:txBody>
          <a:bodyPr anchor="t">
            <a:noAutofit/>
          </a:bodyPr>
          <a:lstStyle>
            <a:lvl1pPr>
              <a:defRPr kumimoji="0" lang="en-US" sz="4565" b="1" i="0" u="none" strike="noStrike" kern="0" cap="none" spc="0" normalizeH="0" baseline="0" noProof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5363493" y="9419035"/>
            <a:ext cx="1619945" cy="266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kumimoji="1" lang="zh-CN" altLang="en-US" sz="114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内部资料，禁止外传</a:t>
            </a:r>
            <a:endParaRPr kumimoji="1" lang="zh-CN" altLang="en-US" sz="1140" smtClean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4" name="AutoShape 4"/>
          <p:cNvSpPr/>
          <p:nvPr userDrawn="1"/>
        </p:nvSpPr>
        <p:spPr>
          <a:xfrm>
            <a:off x="519108" y="581444"/>
            <a:ext cx="147020" cy="772542"/>
          </a:xfrm>
          <a:prstGeom prst="roundRect">
            <a:avLst>
              <a:gd name="adj" fmla="val 66666"/>
            </a:avLst>
          </a:prstGeom>
          <a:solidFill>
            <a:srgbClr val="596EFB"/>
          </a:solidFill>
          <a:ln w="25400" cap="flat" cmpd="sng">
            <a:noFill/>
            <a:prstDash val="solid"/>
            <a:round/>
          </a:ln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Users/kris/Desktop/bg3.pngbg3"/>
          <p:cNvPicPr>
            <a:picLocks noChangeAspect="1"/>
          </p:cNvPicPr>
          <p:nvPr userDrawn="1"/>
        </p:nvPicPr>
        <p:blipFill>
          <a:blip r:embed="rId2"/>
          <a:srcRect t="62" b="62"/>
          <a:stretch>
            <a:fillRect/>
          </a:stretch>
        </p:blipFill>
        <p:spPr>
          <a:xfrm>
            <a:off x="4895" y="0"/>
            <a:ext cx="17424617" cy="9781305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5363493" y="9419035"/>
            <a:ext cx="1619945" cy="266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kumimoji="1" lang="zh-CN" altLang="en-US" sz="114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内部资料，禁止外传</a:t>
            </a:r>
            <a:endParaRPr kumimoji="1" lang="zh-CN" altLang="en-US" sz="1140" smtClean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3" name="任意多边形: 形状 2"/>
          <p:cNvSpPr/>
          <p:nvPr userDrawn="1"/>
        </p:nvSpPr>
        <p:spPr>
          <a:xfrm>
            <a:off x="5080" y="2915920"/>
            <a:ext cx="17424400" cy="6111875"/>
          </a:xfrm>
          <a:custGeom>
            <a:avLst/>
            <a:gdLst>
              <a:gd name="connsiteX0" fmla="*/ 12192000 w 12192000"/>
              <a:gd name="connsiteY0" fmla="*/ 0 h 4651872"/>
              <a:gd name="connsiteX1" fmla="*/ 12192000 w 12192000"/>
              <a:gd name="connsiteY1" fmla="*/ 4651872 h 4651872"/>
              <a:gd name="connsiteX2" fmla="*/ 12186847 w 12192000"/>
              <a:gd name="connsiteY2" fmla="*/ 4650473 h 4651872"/>
              <a:gd name="connsiteX3" fmla="*/ 11442700 w 12192000"/>
              <a:gd name="connsiteY3" fmla="*/ 4526499 h 4651872"/>
              <a:gd name="connsiteX4" fmla="*/ 7340600 w 12192000"/>
              <a:gd name="connsiteY4" fmla="*/ 3624799 h 4651872"/>
              <a:gd name="connsiteX5" fmla="*/ 5461000 w 12192000"/>
              <a:gd name="connsiteY5" fmla="*/ 2094449 h 4651872"/>
              <a:gd name="connsiteX6" fmla="*/ 2794000 w 12192000"/>
              <a:gd name="connsiteY6" fmla="*/ 2932649 h 4651872"/>
              <a:gd name="connsiteX7" fmla="*/ 19151 w 12192000"/>
              <a:gd name="connsiteY7" fmla="*/ 2966236 h 4651872"/>
              <a:gd name="connsiteX8" fmla="*/ 0 w 12192000"/>
              <a:gd name="connsiteY8" fmla="*/ 2964481 h 4651872"/>
              <a:gd name="connsiteX9" fmla="*/ 0 w 12192000"/>
              <a:gd name="connsiteY9" fmla="*/ 1955020 h 4651872"/>
              <a:gd name="connsiteX10" fmla="*/ 2028 w 12192000"/>
              <a:gd name="connsiteY10" fmla="*/ 1956516 h 4651872"/>
              <a:gd name="connsiteX11" fmla="*/ 1606550 w 12192000"/>
              <a:gd name="connsiteY11" fmla="*/ 2653249 h 4651872"/>
              <a:gd name="connsiteX12" fmla="*/ 5556251 w 12192000"/>
              <a:gd name="connsiteY12" fmla="*/ 1307049 h 4651872"/>
              <a:gd name="connsiteX13" fmla="*/ 8343900 w 12192000"/>
              <a:gd name="connsiteY13" fmla="*/ 1910299 h 4651872"/>
              <a:gd name="connsiteX14" fmla="*/ 12191723 w 12192000"/>
              <a:gd name="connsiteY14" fmla="*/ 206 h 465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4651872">
                <a:moveTo>
                  <a:pt x="12192000" y="0"/>
                </a:moveTo>
                <a:lnTo>
                  <a:pt x="12192000" y="4651872"/>
                </a:lnTo>
                <a:lnTo>
                  <a:pt x="12186847" y="4650473"/>
                </a:lnTo>
                <a:cubicBezTo>
                  <a:pt x="11952370" y="4596184"/>
                  <a:pt x="11442700" y="4526499"/>
                  <a:pt x="11442700" y="4526499"/>
                </a:cubicBezTo>
                <a:cubicBezTo>
                  <a:pt x="10621434" y="4351874"/>
                  <a:pt x="8337550" y="4030141"/>
                  <a:pt x="7340600" y="3624799"/>
                </a:cubicBezTo>
                <a:cubicBezTo>
                  <a:pt x="6343650" y="3219457"/>
                  <a:pt x="6218767" y="2209807"/>
                  <a:pt x="5461000" y="2094449"/>
                </a:cubicBezTo>
                <a:cubicBezTo>
                  <a:pt x="4703234" y="1979091"/>
                  <a:pt x="3849158" y="2811999"/>
                  <a:pt x="2794000" y="2932649"/>
                </a:cubicBezTo>
                <a:cubicBezTo>
                  <a:pt x="2068579" y="3015596"/>
                  <a:pt x="877446" y="3034014"/>
                  <a:pt x="19151" y="2966236"/>
                </a:cubicBezTo>
                <a:lnTo>
                  <a:pt x="0" y="2964481"/>
                </a:lnTo>
                <a:lnTo>
                  <a:pt x="0" y="1955020"/>
                </a:lnTo>
                <a:lnTo>
                  <a:pt x="2028" y="1956516"/>
                </a:lnTo>
                <a:cubicBezTo>
                  <a:pt x="420390" y="2268446"/>
                  <a:pt x="964274" y="2686983"/>
                  <a:pt x="1606550" y="2653249"/>
                </a:cubicBezTo>
                <a:cubicBezTo>
                  <a:pt x="2634192" y="2599274"/>
                  <a:pt x="4433358" y="1430874"/>
                  <a:pt x="5556251" y="1307049"/>
                </a:cubicBezTo>
                <a:cubicBezTo>
                  <a:pt x="6679142" y="1183224"/>
                  <a:pt x="7213600" y="2146307"/>
                  <a:pt x="8343900" y="1910299"/>
                </a:cubicBezTo>
                <a:cubicBezTo>
                  <a:pt x="9403556" y="1689042"/>
                  <a:pt x="11379435" y="583186"/>
                  <a:pt x="12191723" y="206"/>
                </a:cubicBezTo>
                <a:close/>
              </a:path>
            </a:pathLst>
          </a:custGeom>
          <a:blipFill>
            <a:blip r:embed="rId3"/>
            <a:srcRect/>
            <a:stretch>
              <a:fillRect t="-13250" b="-3363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rgbClr val="586D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898457" y="1952865"/>
            <a:ext cx="11271549" cy="465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52145" lvl="0" indent="-452755" algn="l">
              <a:lnSpc>
                <a:spcPct val="9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304290" lvl="1" indent="-452755" algn="l">
              <a:lnSpc>
                <a:spcPct val="90000"/>
              </a:lnSpc>
              <a:spcBef>
                <a:spcPct val="115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956435" lvl="2" indent="-452755" algn="l">
              <a:lnSpc>
                <a:spcPct val="90000"/>
              </a:lnSpc>
              <a:spcBef>
                <a:spcPct val="115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607945" lvl="3" indent="-452755" algn="l">
              <a:lnSpc>
                <a:spcPct val="90000"/>
              </a:lnSpc>
              <a:spcBef>
                <a:spcPct val="115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260725" lvl="4" indent="-452755" algn="l">
              <a:lnSpc>
                <a:spcPct val="90000"/>
              </a:lnSpc>
              <a:spcBef>
                <a:spcPct val="115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912235" lvl="5" indent="-452755" algn="l">
              <a:lnSpc>
                <a:spcPct val="90000"/>
              </a:lnSpc>
              <a:spcBef>
                <a:spcPct val="115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565015" lvl="6" indent="-452755" algn="l">
              <a:lnSpc>
                <a:spcPct val="90000"/>
              </a:lnSpc>
              <a:spcBef>
                <a:spcPct val="115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5216525" lvl="7" indent="-452755" algn="l">
              <a:lnSpc>
                <a:spcPct val="90000"/>
              </a:lnSpc>
              <a:spcBef>
                <a:spcPct val="115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868670" lvl="8" indent="-452755" algn="l">
              <a:lnSpc>
                <a:spcPct val="90000"/>
              </a:lnSpc>
              <a:spcBef>
                <a:spcPct val="115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8457" y="390573"/>
            <a:ext cx="11271549" cy="14179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98457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328928" y="6799366"/>
            <a:ext cx="4410606" cy="39057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29602" y="6799366"/>
            <a:ext cx="2940404" cy="390573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99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1453312" y="3103032"/>
            <a:ext cx="8776910" cy="1605764"/>
          </a:xfrm>
          <a:prstGeom prst="rect">
            <a:avLst/>
          </a:prstGeom>
        </p:spPr>
        <p:txBody>
          <a:bodyPr vert="horz" lIns="130417" tIns="65208" rIns="130417" bIns="6520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560" b="1" i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 </a:t>
            </a:r>
            <a:r>
              <a:rPr lang="en-US" altLang="zh-CN" sz="5705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zh-CN" altLang="en-US" sz="5705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zh-CN" altLang="en-US" sz="5705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工作汇报</a:t>
            </a:r>
            <a:endParaRPr lang="zh-CN" altLang="en-US" sz="5705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3210" y="4888865"/>
            <a:ext cx="5809615" cy="767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4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金融业务创新中心</a:t>
            </a:r>
            <a:endParaRPr lang="zh-CN" altLang="en-US" sz="48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1553210" y="4476750"/>
            <a:ext cx="8058785" cy="120015"/>
          </a:xfrm>
          <a:prstGeom prst="roundRect">
            <a:avLst>
              <a:gd name="adj" fmla="val 0"/>
            </a:avLst>
          </a:prstGeom>
          <a:solidFill>
            <a:srgbClr val="596EFB"/>
          </a:solidFill>
          <a:ln w="25400" cap="flat" cmpd="sng">
            <a:noFill/>
            <a:prstDash val="solid"/>
            <a:round/>
          </a:ln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全年及半年冲刺</a:t>
            </a:r>
            <a:r>
              <a:rPr lang="zh-CN" altLang="en-US"/>
              <a:t>目标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071245" y="2243455"/>
            <a:ext cx="3964940" cy="2131695"/>
            <a:chOff x="1984" y="3050"/>
            <a:chExt cx="6244" cy="3357"/>
          </a:xfrm>
        </p:grpSpPr>
        <p:sp>
          <p:nvSpPr>
            <p:cNvPr id="40" name="Shape 19"/>
            <p:cNvSpPr/>
            <p:nvPr/>
          </p:nvSpPr>
          <p:spPr>
            <a:xfrm>
              <a:off x="1984" y="3050"/>
              <a:ext cx="6244" cy="3357"/>
            </a:xfrm>
            <a:custGeom>
              <a:avLst/>
              <a:gdLst/>
              <a:ahLst/>
              <a:cxnLst/>
              <a:rect l="l" t="t" r="r" b="b"/>
              <a:pathLst>
                <a:path w="3670610" h="1914293">
                  <a:moveTo>
                    <a:pt x="148683" y="0"/>
                  </a:moveTo>
                  <a:lnTo>
                    <a:pt x="3521927" y="0"/>
                  </a:lnTo>
                  <a:cubicBezTo>
                    <a:pt x="3604042" y="0"/>
                    <a:pt x="3670610" y="66568"/>
                    <a:pt x="3670610" y="148683"/>
                  </a:cubicBezTo>
                  <a:lnTo>
                    <a:pt x="3670610" y="1765610"/>
                  </a:lnTo>
                  <a:cubicBezTo>
                    <a:pt x="3670610" y="1847725"/>
                    <a:pt x="3604042" y="1914293"/>
                    <a:pt x="3521927" y="1914293"/>
                  </a:cubicBezTo>
                  <a:lnTo>
                    <a:pt x="148683" y="1914293"/>
                  </a:lnTo>
                  <a:cubicBezTo>
                    <a:pt x="66568" y="1914293"/>
                    <a:pt x="0" y="1847725"/>
                    <a:pt x="0" y="1765610"/>
                  </a:cubicBezTo>
                  <a:lnTo>
                    <a:pt x="0" y="148683"/>
                  </a:lnTo>
                  <a:cubicBezTo>
                    <a:pt x="0" y="66623"/>
                    <a:pt x="66623" y="0"/>
                    <a:pt x="148683" y="0"/>
                  </a:cubicBez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effectLst>
              <a:outerShdw blurRad="139390" dist="92927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20"/>
            <p:cNvSpPr/>
            <p:nvPr/>
          </p:nvSpPr>
          <p:spPr>
            <a:xfrm>
              <a:off x="2355" y="3476"/>
              <a:ext cx="4047" cy="4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FFFFFF"/>
                  </a:solidFill>
                  <a:latin typeface="Alimama ShuHeiTi" pitchFamily="34" charset="-122"/>
                  <a:ea typeface="Alimama ShuHeiTi" pitchFamily="34" charset="-122"/>
                  <a:cs typeface="Alimama ShuHeiTi" pitchFamily="34" charset="-120"/>
                </a:rPr>
                <a:t>全年新签</a:t>
              </a:r>
              <a:r>
                <a:rPr lang="en-US" sz="2400" b="1" dirty="0" err="1">
                  <a:solidFill>
                    <a:srgbClr val="FFFFFF"/>
                  </a:solidFill>
                  <a:latin typeface="Alimama ShuHeiTi" pitchFamily="34" charset="-122"/>
                  <a:ea typeface="Alimama ShuHeiTi" pitchFamily="34" charset="-122"/>
                  <a:cs typeface="Alimama ShuHeiTi" pitchFamily="34" charset="-120"/>
                </a:rPr>
                <a:t>总目标</a:t>
              </a:r>
              <a:endParaRPr lang="en-US" sz="2400" dirty="0"/>
            </a:p>
          </p:txBody>
        </p:sp>
        <p:sp>
          <p:nvSpPr>
            <p:cNvPr id="42" name="Shape 21"/>
            <p:cNvSpPr/>
            <p:nvPr/>
          </p:nvSpPr>
          <p:spPr>
            <a:xfrm>
              <a:off x="7346" y="3461"/>
              <a:ext cx="474" cy="488"/>
            </a:xfrm>
            <a:custGeom>
              <a:avLst/>
              <a:gdLst/>
              <a:ahLst/>
              <a:cxnLst/>
              <a:rect l="l" t="t" r="r" b="b"/>
              <a:pathLst>
                <a:path w="278780" h="278780">
                  <a:moveTo>
                    <a:pt x="243933" y="139390"/>
                  </a:moveTo>
                  <a:cubicBezTo>
                    <a:pt x="243933" y="81692"/>
                    <a:pt x="197089" y="34848"/>
                    <a:pt x="139390" y="34848"/>
                  </a:cubicBezTo>
                  <a:cubicBezTo>
                    <a:pt x="81692" y="34848"/>
                    <a:pt x="34848" y="81692"/>
                    <a:pt x="34848" y="139390"/>
                  </a:cubicBezTo>
                  <a:cubicBezTo>
                    <a:pt x="34848" y="197089"/>
                    <a:pt x="81692" y="243933"/>
                    <a:pt x="139390" y="243933"/>
                  </a:cubicBezTo>
                  <a:cubicBezTo>
                    <a:pt x="197089" y="243933"/>
                    <a:pt x="243933" y="197089"/>
                    <a:pt x="243933" y="139390"/>
                  </a:cubicBezTo>
                  <a:close/>
                  <a:moveTo>
                    <a:pt x="0" y="139390"/>
                  </a:moveTo>
                  <a:cubicBezTo>
                    <a:pt x="0" y="62459"/>
                    <a:pt x="62459" y="0"/>
                    <a:pt x="139390" y="0"/>
                  </a:cubicBezTo>
                  <a:cubicBezTo>
                    <a:pt x="216322" y="0"/>
                    <a:pt x="278780" y="62459"/>
                    <a:pt x="278780" y="139390"/>
                  </a:cubicBezTo>
                  <a:cubicBezTo>
                    <a:pt x="278780" y="216322"/>
                    <a:pt x="216322" y="278780"/>
                    <a:pt x="139390" y="278780"/>
                  </a:cubicBezTo>
                  <a:cubicBezTo>
                    <a:pt x="62459" y="278780"/>
                    <a:pt x="0" y="216322"/>
                    <a:pt x="0" y="139390"/>
                  </a:cubicBezTo>
                  <a:close/>
                  <a:moveTo>
                    <a:pt x="139390" y="182950"/>
                  </a:moveTo>
                  <a:cubicBezTo>
                    <a:pt x="163431" y="182950"/>
                    <a:pt x="182950" y="163431"/>
                    <a:pt x="182950" y="139390"/>
                  </a:cubicBezTo>
                  <a:cubicBezTo>
                    <a:pt x="182950" y="115349"/>
                    <a:pt x="163431" y="95831"/>
                    <a:pt x="139390" y="95831"/>
                  </a:cubicBezTo>
                  <a:cubicBezTo>
                    <a:pt x="115349" y="95831"/>
                    <a:pt x="95831" y="115349"/>
                    <a:pt x="95831" y="139390"/>
                  </a:cubicBezTo>
                  <a:cubicBezTo>
                    <a:pt x="95831" y="163431"/>
                    <a:pt x="115349" y="182950"/>
                    <a:pt x="139390" y="182950"/>
                  </a:cubicBezTo>
                  <a:close/>
                  <a:moveTo>
                    <a:pt x="139390" y="60983"/>
                  </a:moveTo>
                  <a:cubicBezTo>
                    <a:pt x="182664" y="60983"/>
                    <a:pt x="217797" y="96116"/>
                    <a:pt x="217797" y="139390"/>
                  </a:cubicBezTo>
                  <a:cubicBezTo>
                    <a:pt x="217797" y="182664"/>
                    <a:pt x="182664" y="217797"/>
                    <a:pt x="139390" y="217797"/>
                  </a:cubicBezTo>
                  <a:cubicBezTo>
                    <a:pt x="96116" y="217797"/>
                    <a:pt x="60983" y="182664"/>
                    <a:pt x="60983" y="139390"/>
                  </a:cubicBezTo>
                  <a:cubicBezTo>
                    <a:pt x="60983" y="96116"/>
                    <a:pt x="96116" y="60983"/>
                    <a:pt x="139390" y="60983"/>
                  </a:cubicBezTo>
                  <a:close/>
                  <a:moveTo>
                    <a:pt x="121966" y="139390"/>
                  </a:moveTo>
                  <a:cubicBezTo>
                    <a:pt x="121966" y="129774"/>
                    <a:pt x="129774" y="121966"/>
                    <a:pt x="139390" y="121966"/>
                  </a:cubicBezTo>
                  <a:cubicBezTo>
                    <a:pt x="149007" y="121966"/>
                    <a:pt x="156814" y="129774"/>
                    <a:pt x="156814" y="139390"/>
                  </a:cubicBezTo>
                  <a:cubicBezTo>
                    <a:pt x="156814" y="149007"/>
                    <a:pt x="149007" y="156814"/>
                    <a:pt x="139390" y="156814"/>
                  </a:cubicBezTo>
                  <a:cubicBezTo>
                    <a:pt x="129774" y="156814"/>
                    <a:pt x="121966" y="149007"/>
                    <a:pt x="121966" y="139390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22"/>
            <p:cNvSpPr/>
            <p:nvPr/>
          </p:nvSpPr>
          <p:spPr>
            <a:xfrm>
              <a:off x="2355" y="4424"/>
              <a:ext cx="2868" cy="78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/>
            <a:lstStyle/>
            <a:p>
              <a:pPr>
                <a:lnSpc>
                  <a:spcPct val="80000"/>
                </a:lnSpc>
              </a:pPr>
              <a:r>
                <a:rPr lang="en-US" sz="3510" b="1" dirty="0">
                  <a:solidFill>
                    <a:srgbClr val="FFFFFF"/>
                  </a:solidFill>
                  <a:latin typeface="Alimama ShuHeiTi" pitchFamily="34" charset="-122"/>
                  <a:ea typeface="Alimama ShuHeiTi" pitchFamily="34" charset="-122"/>
                  <a:cs typeface="Alimama ShuHeiTi" pitchFamily="34" charset="-120"/>
                </a:rPr>
                <a:t>500</a:t>
              </a:r>
              <a:endParaRPr lang="en-US" sz="1600" dirty="0"/>
            </a:p>
          </p:txBody>
        </p:sp>
        <p:sp>
          <p:nvSpPr>
            <p:cNvPr id="44" name="Text 23"/>
            <p:cNvSpPr/>
            <p:nvPr/>
          </p:nvSpPr>
          <p:spPr>
            <a:xfrm>
              <a:off x="4824" y="4427"/>
              <a:ext cx="790" cy="42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65" dirty="0">
                  <a:solidFill>
                    <a:srgbClr val="FFFFFF">
                      <a:alpha val="8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万元</a:t>
              </a:r>
              <a:endParaRPr lang="en-US" sz="1600" dirty="0"/>
            </a:p>
          </p:txBody>
        </p:sp>
        <p:sp>
          <p:nvSpPr>
            <p:cNvPr id="45" name="Shape 24"/>
            <p:cNvSpPr/>
            <p:nvPr/>
          </p:nvSpPr>
          <p:spPr>
            <a:xfrm>
              <a:off x="2355" y="5344"/>
              <a:ext cx="5485" cy="196"/>
            </a:xfrm>
            <a:custGeom>
              <a:avLst/>
              <a:gdLst/>
              <a:ahLst/>
              <a:cxnLst/>
              <a:rect l="l" t="t" r="r" b="b"/>
              <a:pathLst>
                <a:path w="3224561" h="111512">
                  <a:moveTo>
                    <a:pt x="55756" y="0"/>
                  </a:moveTo>
                  <a:lnTo>
                    <a:pt x="3168805" y="0"/>
                  </a:lnTo>
                  <a:cubicBezTo>
                    <a:pt x="3199598" y="0"/>
                    <a:pt x="3224561" y="24963"/>
                    <a:pt x="3224561" y="55756"/>
                  </a:cubicBezTo>
                  <a:lnTo>
                    <a:pt x="3224561" y="55756"/>
                  </a:lnTo>
                  <a:cubicBezTo>
                    <a:pt x="3224561" y="86549"/>
                    <a:pt x="3199598" y="111512"/>
                    <a:pt x="3168805" y="111512"/>
                  </a:cubicBezTo>
                  <a:lnTo>
                    <a:pt x="55756" y="111512"/>
                  </a:lnTo>
                  <a:cubicBezTo>
                    <a:pt x="24963" y="111512"/>
                    <a:pt x="0" y="86549"/>
                    <a:pt x="0" y="55756"/>
                  </a:cubicBezTo>
                  <a:lnTo>
                    <a:pt x="0" y="55756"/>
                  </a:lnTo>
                  <a:cubicBezTo>
                    <a:pt x="0" y="24963"/>
                    <a:pt x="24963" y="0"/>
                    <a:pt x="5575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Shape 25"/>
            <p:cNvSpPr/>
            <p:nvPr/>
          </p:nvSpPr>
          <p:spPr>
            <a:xfrm>
              <a:off x="2335" y="5252"/>
              <a:ext cx="5485" cy="196"/>
            </a:xfrm>
            <a:custGeom>
              <a:avLst/>
              <a:gdLst/>
              <a:ahLst/>
              <a:cxnLst/>
              <a:rect l="l" t="t" r="r" b="b"/>
              <a:pathLst>
                <a:path w="3224561" h="111512">
                  <a:moveTo>
                    <a:pt x="55756" y="0"/>
                  </a:moveTo>
                  <a:lnTo>
                    <a:pt x="3168805" y="0"/>
                  </a:lnTo>
                  <a:cubicBezTo>
                    <a:pt x="3199598" y="0"/>
                    <a:pt x="3224561" y="24963"/>
                    <a:pt x="3224561" y="55756"/>
                  </a:cubicBezTo>
                  <a:lnTo>
                    <a:pt x="3224561" y="55756"/>
                  </a:lnTo>
                  <a:cubicBezTo>
                    <a:pt x="3224561" y="86549"/>
                    <a:pt x="3199598" y="111512"/>
                    <a:pt x="3168805" y="111512"/>
                  </a:cubicBezTo>
                  <a:lnTo>
                    <a:pt x="55756" y="111512"/>
                  </a:lnTo>
                  <a:cubicBezTo>
                    <a:pt x="24963" y="111512"/>
                    <a:pt x="0" y="86549"/>
                    <a:pt x="0" y="55756"/>
                  </a:cubicBezTo>
                  <a:lnTo>
                    <a:pt x="0" y="55756"/>
                  </a:lnTo>
                  <a:cubicBezTo>
                    <a:pt x="0" y="24963"/>
                    <a:pt x="24963" y="0"/>
                    <a:pt x="55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26"/>
            <p:cNvSpPr/>
            <p:nvPr/>
          </p:nvSpPr>
          <p:spPr>
            <a:xfrm>
              <a:off x="2335" y="5636"/>
              <a:ext cx="5612" cy="3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dirty="0">
                  <a:solidFill>
                    <a:srgbClr val="FFFFFF">
                      <a:alpha val="8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年度销售</a:t>
              </a: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额</a:t>
              </a:r>
              <a:r>
                <a:rPr lang="en-US" dirty="0">
                  <a:solidFill>
                    <a:srgbClr val="FFFFFF">
                      <a:alpha val="8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总目标</a:t>
              </a:r>
              <a:endParaRPr 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71245" y="6170295"/>
            <a:ext cx="3964940" cy="2131695"/>
            <a:chOff x="1984" y="3050"/>
            <a:chExt cx="6244" cy="3357"/>
          </a:xfrm>
        </p:grpSpPr>
        <p:sp>
          <p:nvSpPr>
            <p:cNvPr id="25" name="Shape 19"/>
            <p:cNvSpPr/>
            <p:nvPr/>
          </p:nvSpPr>
          <p:spPr>
            <a:xfrm>
              <a:off x="1984" y="3050"/>
              <a:ext cx="6244" cy="3357"/>
            </a:xfrm>
            <a:custGeom>
              <a:avLst/>
              <a:gdLst/>
              <a:ahLst/>
              <a:cxnLst/>
              <a:rect l="l" t="t" r="r" b="b"/>
              <a:pathLst>
                <a:path w="3670610" h="1914293">
                  <a:moveTo>
                    <a:pt x="148683" y="0"/>
                  </a:moveTo>
                  <a:lnTo>
                    <a:pt x="3521927" y="0"/>
                  </a:lnTo>
                  <a:cubicBezTo>
                    <a:pt x="3604042" y="0"/>
                    <a:pt x="3670610" y="66568"/>
                    <a:pt x="3670610" y="148683"/>
                  </a:cubicBezTo>
                  <a:lnTo>
                    <a:pt x="3670610" y="1765610"/>
                  </a:lnTo>
                  <a:cubicBezTo>
                    <a:pt x="3670610" y="1847725"/>
                    <a:pt x="3604042" y="1914293"/>
                    <a:pt x="3521927" y="1914293"/>
                  </a:cubicBezTo>
                  <a:lnTo>
                    <a:pt x="148683" y="1914293"/>
                  </a:lnTo>
                  <a:cubicBezTo>
                    <a:pt x="66568" y="1914293"/>
                    <a:pt x="0" y="1847725"/>
                    <a:pt x="0" y="1765610"/>
                  </a:cubicBezTo>
                  <a:lnTo>
                    <a:pt x="0" y="148683"/>
                  </a:lnTo>
                  <a:cubicBezTo>
                    <a:pt x="0" y="66623"/>
                    <a:pt x="66623" y="0"/>
                    <a:pt x="148683" y="0"/>
                  </a:cubicBez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effectLst>
              <a:outerShdw blurRad="139390" dist="92927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20"/>
            <p:cNvSpPr/>
            <p:nvPr/>
          </p:nvSpPr>
          <p:spPr>
            <a:xfrm>
              <a:off x="2355" y="3476"/>
              <a:ext cx="4491" cy="4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FFFFFF"/>
                  </a:solidFill>
                  <a:latin typeface="Alimama ShuHeiTi" pitchFamily="34" charset="-122"/>
                  <a:ea typeface="Alimama ShuHeiTi" pitchFamily="34" charset="-122"/>
                  <a:cs typeface="Alimama ShuHeiTi" pitchFamily="34" charset="-120"/>
                </a:rPr>
                <a:t>半年冲刺新</a:t>
              </a:r>
              <a:r>
                <a:rPr lang="zh-CN" altLang="en-US" sz="2400" b="1" dirty="0">
                  <a:solidFill>
                    <a:srgbClr val="FFFFFF"/>
                  </a:solidFill>
                  <a:latin typeface="Alimama ShuHeiTi" pitchFamily="34" charset="-122"/>
                  <a:ea typeface="Alimama ShuHeiTi" pitchFamily="34" charset="-122"/>
                  <a:cs typeface="Alimama ShuHeiTi" pitchFamily="34" charset="-120"/>
                </a:rPr>
                <a:t>签目标</a:t>
              </a:r>
              <a:endParaRPr lang="zh-CN" altLang="en-US" sz="24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endParaRPr>
            </a:p>
          </p:txBody>
        </p:sp>
        <p:sp>
          <p:nvSpPr>
            <p:cNvPr id="27" name="Shape 21"/>
            <p:cNvSpPr/>
            <p:nvPr/>
          </p:nvSpPr>
          <p:spPr>
            <a:xfrm>
              <a:off x="7346" y="3461"/>
              <a:ext cx="474" cy="488"/>
            </a:xfrm>
            <a:custGeom>
              <a:avLst/>
              <a:gdLst/>
              <a:ahLst/>
              <a:cxnLst/>
              <a:rect l="l" t="t" r="r" b="b"/>
              <a:pathLst>
                <a:path w="278780" h="278780">
                  <a:moveTo>
                    <a:pt x="243933" y="139390"/>
                  </a:moveTo>
                  <a:cubicBezTo>
                    <a:pt x="243933" y="81692"/>
                    <a:pt x="197089" y="34848"/>
                    <a:pt x="139390" y="34848"/>
                  </a:cubicBezTo>
                  <a:cubicBezTo>
                    <a:pt x="81692" y="34848"/>
                    <a:pt x="34848" y="81692"/>
                    <a:pt x="34848" y="139390"/>
                  </a:cubicBezTo>
                  <a:cubicBezTo>
                    <a:pt x="34848" y="197089"/>
                    <a:pt x="81692" y="243933"/>
                    <a:pt x="139390" y="243933"/>
                  </a:cubicBezTo>
                  <a:cubicBezTo>
                    <a:pt x="197089" y="243933"/>
                    <a:pt x="243933" y="197089"/>
                    <a:pt x="243933" y="139390"/>
                  </a:cubicBezTo>
                  <a:close/>
                  <a:moveTo>
                    <a:pt x="0" y="139390"/>
                  </a:moveTo>
                  <a:cubicBezTo>
                    <a:pt x="0" y="62459"/>
                    <a:pt x="62459" y="0"/>
                    <a:pt x="139390" y="0"/>
                  </a:cubicBezTo>
                  <a:cubicBezTo>
                    <a:pt x="216322" y="0"/>
                    <a:pt x="278780" y="62459"/>
                    <a:pt x="278780" y="139390"/>
                  </a:cubicBezTo>
                  <a:cubicBezTo>
                    <a:pt x="278780" y="216322"/>
                    <a:pt x="216322" y="278780"/>
                    <a:pt x="139390" y="278780"/>
                  </a:cubicBezTo>
                  <a:cubicBezTo>
                    <a:pt x="62459" y="278780"/>
                    <a:pt x="0" y="216322"/>
                    <a:pt x="0" y="139390"/>
                  </a:cubicBezTo>
                  <a:close/>
                  <a:moveTo>
                    <a:pt x="139390" y="182950"/>
                  </a:moveTo>
                  <a:cubicBezTo>
                    <a:pt x="163431" y="182950"/>
                    <a:pt x="182950" y="163431"/>
                    <a:pt x="182950" y="139390"/>
                  </a:cubicBezTo>
                  <a:cubicBezTo>
                    <a:pt x="182950" y="115349"/>
                    <a:pt x="163431" y="95831"/>
                    <a:pt x="139390" y="95831"/>
                  </a:cubicBezTo>
                  <a:cubicBezTo>
                    <a:pt x="115349" y="95831"/>
                    <a:pt x="95831" y="115349"/>
                    <a:pt x="95831" y="139390"/>
                  </a:cubicBezTo>
                  <a:cubicBezTo>
                    <a:pt x="95831" y="163431"/>
                    <a:pt x="115349" y="182950"/>
                    <a:pt x="139390" y="182950"/>
                  </a:cubicBezTo>
                  <a:close/>
                  <a:moveTo>
                    <a:pt x="139390" y="60983"/>
                  </a:moveTo>
                  <a:cubicBezTo>
                    <a:pt x="182664" y="60983"/>
                    <a:pt x="217797" y="96116"/>
                    <a:pt x="217797" y="139390"/>
                  </a:cubicBezTo>
                  <a:cubicBezTo>
                    <a:pt x="217797" y="182664"/>
                    <a:pt x="182664" y="217797"/>
                    <a:pt x="139390" y="217797"/>
                  </a:cubicBezTo>
                  <a:cubicBezTo>
                    <a:pt x="96116" y="217797"/>
                    <a:pt x="60983" y="182664"/>
                    <a:pt x="60983" y="139390"/>
                  </a:cubicBezTo>
                  <a:cubicBezTo>
                    <a:pt x="60983" y="96116"/>
                    <a:pt x="96116" y="60983"/>
                    <a:pt x="139390" y="60983"/>
                  </a:cubicBezTo>
                  <a:close/>
                  <a:moveTo>
                    <a:pt x="121966" y="139390"/>
                  </a:moveTo>
                  <a:cubicBezTo>
                    <a:pt x="121966" y="129774"/>
                    <a:pt x="129774" y="121966"/>
                    <a:pt x="139390" y="121966"/>
                  </a:cubicBezTo>
                  <a:cubicBezTo>
                    <a:pt x="149007" y="121966"/>
                    <a:pt x="156814" y="129774"/>
                    <a:pt x="156814" y="139390"/>
                  </a:cubicBezTo>
                  <a:cubicBezTo>
                    <a:pt x="156814" y="149007"/>
                    <a:pt x="149007" y="156814"/>
                    <a:pt x="139390" y="156814"/>
                  </a:cubicBezTo>
                  <a:cubicBezTo>
                    <a:pt x="129774" y="156814"/>
                    <a:pt x="121966" y="149007"/>
                    <a:pt x="121966" y="139390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22"/>
            <p:cNvSpPr/>
            <p:nvPr/>
          </p:nvSpPr>
          <p:spPr>
            <a:xfrm>
              <a:off x="2355" y="4424"/>
              <a:ext cx="2868" cy="78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/>
            <a:lstStyle/>
            <a:p>
              <a:pPr>
                <a:lnSpc>
                  <a:spcPct val="80000"/>
                </a:lnSpc>
              </a:pPr>
              <a:r>
                <a:rPr lang="en-US" sz="3510" b="1" dirty="0">
                  <a:solidFill>
                    <a:srgbClr val="FFFFFF"/>
                  </a:solidFill>
                  <a:latin typeface="Alimama ShuHeiTi" pitchFamily="34" charset="-122"/>
                  <a:ea typeface="Alimama ShuHeiTi" pitchFamily="34" charset="-122"/>
                  <a:cs typeface="Alimama ShuHeiTi" pitchFamily="34" charset="-120"/>
                </a:rPr>
                <a:t>260</a:t>
              </a:r>
              <a:endParaRPr lang="en-US" sz="1600" dirty="0"/>
            </a:p>
          </p:txBody>
        </p:sp>
        <p:sp>
          <p:nvSpPr>
            <p:cNvPr id="29" name="Text 23"/>
            <p:cNvSpPr/>
            <p:nvPr/>
          </p:nvSpPr>
          <p:spPr>
            <a:xfrm>
              <a:off x="4824" y="4427"/>
              <a:ext cx="790" cy="42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65" dirty="0">
                  <a:solidFill>
                    <a:srgbClr val="FFFFFF">
                      <a:alpha val="8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万元</a:t>
              </a:r>
              <a:endParaRPr lang="en-US" sz="1600" dirty="0"/>
            </a:p>
          </p:txBody>
        </p:sp>
        <p:sp>
          <p:nvSpPr>
            <p:cNvPr id="30" name="Shape 24"/>
            <p:cNvSpPr/>
            <p:nvPr/>
          </p:nvSpPr>
          <p:spPr>
            <a:xfrm>
              <a:off x="2355" y="5344"/>
              <a:ext cx="5485" cy="196"/>
            </a:xfrm>
            <a:custGeom>
              <a:avLst/>
              <a:gdLst/>
              <a:ahLst/>
              <a:cxnLst/>
              <a:rect l="l" t="t" r="r" b="b"/>
              <a:pathLst>
                <a:path w="3224561" h="111512">
                  <a:moveTo>
                    <a:pt x="55756" y="0"/>
                  </a:moveTo>
                  <a:lnTo>
                    <a:pt x="3168805" y="0"/>
                  </a:lnTo>
                  <a:cubicBezTo>
                    <a:pt x="3199598" y="0"/>
                    <a:pt x="3224561" y="24963"/>
                    <a:pt x="3224561" y="55756"/>
                  </a:cubicBezTo>
                  <a:lnTo>
                    <a:pt x="3224561" y="55756"/>
                  </a:lnTo>
                  <a:cubicBezTo>
                    <a:pt x="3224561" y="86549"/>
                    <a:pt x="3199598" y="111512"/>
                    <a:pt x="3168805" y="111512"/>
                  </a:cubicBezTo>
                  <a:lnTo>
                    <a:pt x="55756" y="111512"/>
                  </a:lnTo>
                  <a:cubicBezTo>
                    <a:pt x="24963" y="111512"/>
                    <a:pt x="0" y="86549"/>
                    <a:pt x="0" y="55756"/>
                  </a:cubicBezTo>
                  <a:lnTo>
                    <a:pt x="0" y="55756"/>
                  </a:lnTo>
                  <a:cubicBezTo>
                    <a:pt x="0" y="24963"/>
                    <a:pt x="24963" y="0"/>
                    <a:pt x="5575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Shape 25"/>
            <p:cNvSpPr/>
            <p:nvPr/>
          </p:nvSpPr>
          <p:spPr>
            <a:xfrm>
              <a:off x="2335" y="5252"/>
              <a:ext cx="5485" cy="196"/>
            </a:xfrm>
            <a:custGeom>
              <a:avLst/>
              <a:gdLst/>
              <a:ahLst/>
              <a:cxnLst/>
              <a:rect l="l" t="t" r="r" b="b"/>
              <a:pathLst>
                <a:path w="3224561" h="111512">
                  <a:moveTo>
                    <a:pt x="55756" y="0"/>
                  </a:moveTo>
                  <a:lnTo>
                    <a:pt x="3168805" y="0"/>
                  </a:lnTo>
                  <a:cubicBezTo>
                    <a:pt x="3199598" y="0"/>
                    <a:pt x="3224561" y="24963"/>
                    <a:pt x="3224561" y="55756"/>
                  </a:cubicBezTo>
                  <a:lnTo>
                    <a:pt x="3224561" y="55756"/>
                  </a:lnTo>
                  <a:cubicBezTo>
                    <a:pt x="3224561" y="86549"/>
                    <a:pt x="3199598" y="111512"/>
                    <a:pt x="3168805" y="111512"/>
                  </a:cubicBezTo>
                  <a:lnTo>
                    <a:pt x="55756" y="111512"/>
                  </a:lnTo>
                  <a:cubicBezTo>
                    <a:pt x="24963" y="111512"/>
                    <a:pt x="0" y="86549"/>
                    <a:pt x="0" y="55756"/>
                  </a:cubicBezTo>
                  <a:lnTo>
                    <a:pt x="0" y="55756"/>
                  </a:lnTo>
                  <a:cubicBezTo>
                    <a:pt x="0" y="24963"/>
                    <a:pt x="24963" y="0"/>
                    <a:pt x="557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26"/>
            <p:cNvSpPr/>
            <p:nvPr/>
          </p:nvSpPr>
          <p:spPr>
            <a:xfrm>
              <a:off x="2335" y="5636"/>
              <a:ext cx="5612" cy="3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半年度</a:t>
              </a:r>
              <a:r>
                <a:rPr lang="en-US" dirty="0">
                  <a:solidFill>
                    <a:srgbClr val="FFFFFF">
                      <a:alpha val="8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销售</a:t>
              </a: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额</a:t>
              </a:r>
              <a:r>
                <a:rPr lang="en-US" dirty="0">
                  <a:solidFill>
                    <a:srgbClr val="FFFFFF">
                      <a:alpha val="80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总目标</a:t>
              </a:r>
              <a:endParaRPr lang="en-US" dirty="0"/>
            </a:p>
          </p:txBody>
        </p:sp>
      </p:grpSp>
      <p:graphicFrame>
        <p:nvGraphicFramePr>
          <p:cNvPr id="8" name="表格 7"/>
          <p:cNvGraphicFramePr/>
          <p:nvPr/>
        </p:nvGraphicFramePr>
        <p:xfrm>
          <a:off x="5376545" y="1774190"/>
          <a:ext cx="10949305" cy="7791450"/>
        </p:xfrm>
        <a:graphic>
          <a:graphicData uri="http://schemas.openxmlformats.org/drawingml/2006/table">
            <a:tbl>
              <a:tblPr/>
              <a:tblGrid>
                <a:gridCol w="605513"/>
                <a:gridCol w="907118"/>
                <a:gridCol w="3353919"/>
                <a:gridCol w="1024536"/>
                <a:gridCol w="1024537"/>
                <a:gridCol w="1203543"/>
                <a:gridCol w="1202967"/>
                <a:gridCol w="1627172"/>
              </a:tblGrid>
              <a:tr h="345440"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销售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预计签订时间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项目名称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成单概率</a:t>
                      </a:r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%</a:t>
                      </a:r>
                      <a:endParaRPr lang="en-US" altLang="zh-CN" sz="10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项目金额（元）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项目类型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客户类型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伙伴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王瑞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宋体"/>
                          <a:ea typeface="宋体"/>
                        </a:rPr>
                        <a:t>中国互联网金融协会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宋体"/>
                          <a:ea typeface="宋体"/>
                        </a:rPr>
                        <a:t>ABI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宋体"/>
                          <a:ea typeface="宋体"/>
                        </a:rPr>
                        <a:t>一站式数据分析平台产品采购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50%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ABI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社会组织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巩悦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外汇管理局青海分局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BI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工具项目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49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ABI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政府机关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巩悦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恒邦财险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-abi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49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1,200,000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ABI+AI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保险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333333"/>
                          </a:solidFill>
                          <a:latin typeface="宋体"/>
                          <a:ea typeface="宋体"/>
                        </a:rPr>
                        <a:t>江西普惠征信股份有限公司</a:t>
                      </a:r>
                      <a:endParaRPr lang="zh-CN" altLang="en-US" sz="1000" b="0" i="0">
                        <a:solidFill>
                          <a:srgbClr val="333333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邴艳清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中非发展基金有限公司数据安全项目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40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数据安全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央企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86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巩悦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紫金集团主数据管理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-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博彦科技股份有限公司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49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AI+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主数据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地方国企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博彦科技股份有限公司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刘骁璇</a:t>
                      </a:r>
                      <a:endParaRPr lang="zh-CN" altLang="en-US" sz="1000" b="0" i="0" strike="sngStrike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202608</a:t>
                      </a:r>
                      <a:endParaRPr lang="en-US" altLang="zh-CN" sz="1000" b="0" i="0" strike="sngStrike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九鼎金租</a:t>
                      </a:r>
                      <a:r>
                        <a:rPr lang="en-US" altLang="zh-CN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-</a:t>
                      </a:r>
                      <a:r>
                        <a:rPr lang="zh-CN" altLang="en-US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分类分级</a:t>
                      </a:r>
                      <a:endParaRPr lang="zh-CN" altLang="en-US" sz="1000" b="0" i="0" strike="sngStrike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0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%</a:t>
                      </a:r>
                      <a:endParaRPr lang="en-US" altLang="zh-CN" sz="1000" b="0" i="0" strike="sngStrike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500,000</a:t>
                      </a:r>
                      <a:endParaRPr lang="en-US" altLang="zh-CN" sz="1000" b="0" i="0" strike="sngStrike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数据安全</a:t>
                      </a:r>
                      <a:endParaRPr lang="zh-CN" altLang="en-US" sz="1000" b="0" i="0" strike="sngStrike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金融租赁</a:t>
                      </a:r>
                      <a:endParaRPr lang="zh-CN" altLang="en-US" sz="1000" b="0" i="0" strike="sngStrike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 strike="sngStrike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 strike="sngStrike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巩悦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力鸿集团数据治理平台建设项目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49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250,000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数据治理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企业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王瑞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泰山财险数据中台建设项目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10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1,200,000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数据中台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保险公司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王瑞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202609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金融街证券数据治理产品模块采购项目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30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%</a:t>
                      </a:r>
                      <a:endParaRPr lang="en-US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￥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900,000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AI+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数据治理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证券公司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巩悦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  <a:sym typeface="+mn-ea"/>
                        </a:rPr>
                        <a:t>湖北交投集团财务有限公司监管报送项目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10%</a:t>
                      </a:r>
                      <a:endParaRPr lang="en-US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监管报送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财务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刘骁璇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徽银理财数据治理项目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数据治理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银行系理财子公司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巩悦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山东省城市商业银行合作联盟集团主数据平台建设项目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主数据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金融科技公司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闻鑫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国银金租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AI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咨询规划及开发项目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AI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数据底座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智问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金融租赁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86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闻鑫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国银金租风险预警项目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ABI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金融租赁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巩悦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北汽汽车金融数据治理平台建设项目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数据治理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汽车金融公司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刘骁璇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浙商证券主数据项目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主数据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证券公司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邴艳清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华能天成融资租赁有限公司数据治理项目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数据治理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金融租赁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汪鑫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前海兴邦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PetaBase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数据库扩容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50%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petabase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金融租赁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汪鑫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华润数科金控监管项目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监管报送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金融科技公司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汪鑫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横琴华通数据安全项目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数据安全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金融租赁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255"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王瑞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瑞士银行项目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数据安全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商业银行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汪鑫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农发行数据交换平台信创升级项目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3,000,000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数据交换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政策银行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王瑞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中国进出口银行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-congnos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替换项目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ABI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政策银行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王瑞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华夏基金管理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-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数据治理项目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400,000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数据治理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基金公司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汪鑫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/</a:t>
                      </a:r>
                      <a:endParaRPr lang="en-US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顺德农商行数据治理项目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10%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500,000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数据治理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</a:rPr>
                        <a:t>商业银行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22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000">
                          <a:solidFill>
                            <a:srgbClr val="000000"/>
                          </a:solidFill>
                          <a:sym typeface="+mn-ea"/>
                        </a:rPr>
                        <a:t>￥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sym typeface="+mn-ea"/>
                        </a:rPr>
                        <a:t>8,9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a typeface="宋体" charset="0"/>
                          <a:sym typeface="+mn-ea"/>
                        </a:rPr>
                        <a:t>5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sym typeface="+mn-ea"/>
                        </a:rPr>
                        <a:t>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SzTx/>
            </a:pPr>
            <a:r>
              <a:rPr lang="zh-CN" altLang="en-US"/>
              <a:t>数据安全工作</a:t>
            </a:r>
            <a:endParaRPr lang="zh-CN" altLang="en-US"/>
          </a:p>
        </p:txBody>
      </p:sp>
      <p:sp>
        <p:nvSpPr>
          <p:cNvPr id="5" name="AutoShape 4"/>
          <p:cNvSpPr/>
          <p:nvPr>
            <p:custDataLst>
              <p:tags r:id="rId1"/>
            </p:custDataLst>
          </p:nvPr>
        </p:nvSpPr>
        <p:spPr>
          <a:xfrm>
            <a:off x="830580" y="1750060"/>
            <a:ext cx="15850235" cy="3893820"/>
          </a:xfrm>
          <a:prstGeom prst="roundRect">
            <a:avLst>
              <a:gd name="adj" fmla="val 457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7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6" name="AutoShape 5"/>
          <p:cNvSpPr/>
          <p:nvPr>
            <p:custDataLst>
              <p:tags r:id="rId2"/>
            </p:custDataLst>
          </p:nvPr>
        </p:nvSpPr>
        <p:spPr>
          <a:xfrm>
            <a:off x="830580" y="2377440"/>
            <a:ext cx="15856585" cy="76200"/>
          </a:xfrm>
          <a:prstGeom prst="roundRect">
            <a:avLst>
              <a:gd name="adj" fmla="val 0"/>
            </a:avLst>
          </a:prstGeom>
          <a:solidFill>
            <a:srgbClr val="596EFB"/>
          </a:solidFill>
          <a:ln w="25400" cap="flat" cmpd="sng">
            <a:noFill/>
            <a:prstDash val="solid"/>
            <a:round/>
          </a:ln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7" name="文本框 6"/>
          <p:cNvSpPr txBox="1"/>
          <p:nvPr/>
        </p:nvSpPr>
        <p:spPr>
          <a:xfrm>
            <a:off x="1022350" y="1840865"/>
            <a:ext cx="14334490" cy="581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Arial" panose="020B0604020202090204" pitchFamily="34" charset="0"/>
              </a:rPr>
              <a:t>目前掌握总的客户数：</a:t>
            </a:r>
            <a:r>
              <a:rPr lang="zh-CN" altLang="en-US" sz="2400"/>
              <a:t>52个（合作1个</a:t>
            </a:r>
            <a:r>
              <a:rPr lang="en-US" altLang="zh-CN" sz="2400"/>
              <a:t>（</a:t>
            </a:r>
            <a:r>
              <a:rPr lang="zh-CN" altLang="en-US" sz="2400"/>
              <a:t>贵银金租</a:t>
            </a:r>
            <a:r>
              <a:rPr lang="en-US" altLang="zh-CN" sz="2400"/>
              <a:t>）</a:t>
            </a:r>
            <a:r>
              <a:rPr lang="zh-CN" altLang="en-US" sz="2400"/>
              <a:t>，待定2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  <a:r>
              <a:rPr lang="en-US" altLang="zh-CN" sz="2400"/>
              <a:t>30</a:t>
            </a:r>
            <a:r>
              <a:rPr lang="zh-CN" altLang="en-US" sz="2400"/>
              <a:t>个不合作）（已完成</a:t>
            </a:r>
            <a:r>
              <a:rPr lang="en-US" altLang="zh-CN" sz="2400"/>
              <a:t>0</a:t>
            </a:r>
            <a:r>
              <a:rPr lang="zh-CN" altLang="en-US" sz="2400"/>
              <a:t>个</a:t>
            </a:r>
            <a:r>
              <a:rPr lang="zh-CN" altLang="en-US" sz="2400"/>
              <a:t>项目）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1020445" y="2491105"/>
            <a:ext cx="14334490" cy="581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Arial" panose="020B0604020202090204" pitchFamily="34" charset="0"/>
              </a:rPr>
              <a:t>剩余待定客户中：</a:t>
            </a:r>
            <a:r>
              <a:rPr lang="zh-CN" altLang="en-US" sz="2400"/>
              <a:t>已沟通</a:t>
            </a:r>
            <a:r>
              <a:rPr lang="en-US" altLang="zh-CN" sz="2400"/>
              <a:t>11</a:t>
            </a:r>
            <a:r>
              <a:rPr lang="zh-CN" altLang="en-US" sz="2400"/>
              <a:t>个</a:t>
            </a:r>
            <a:r>
              <a:rPr lang="en-US" altLang="zh-CN" sz="2400"/>
              <a:t>，</a:t>
            </a:r>
            <a:r>
              <a:rPr lang="zh-CN" altLang="en-US" sz="2400"/>
              <a:t>未沟通</a:t>
            </a:r>
            <a:r>
              <a:rPr lang="en-US" altLang="zh-CN" sz="2400"/>
              <a:t>11</a:t>
            </a:r>
            <a:r>
              <a:rPr lang="zh-CN" altLang="en-US" sz="2400"/>
              <a:t>个</a:t>
            </a: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1020445" y="3027045"/>
            <a:ext cx="14334490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</a:rPr>
              <a:t>近期重点跟进中：</a:t>
            </a:r>
            <a:r>
              <a:rPr lang="zh-CN" altLang="en-US" sz="2400"/>
              <a:t>昆仑金租</a:t>
            </a:r>
            <a:r>
              <a:rPr lang="en-US" altLang="zh-CN" sz="2400"/>
              <a:t>、</a:t>
            </a:r>
            <a:r>
              <a:rPr lang="zh-CN" altLang="en-US" sz="2400"/>
              <a:t>长城国兴金租</a:t>
            </a:r>
            <a:r>
              <a:rPr lang="en-US" altLang="zh-CN" sz="2400"/>
              <a:t>、</a:t>
            </a:r>
            <a:r>
              <a:rPr lang="zh-CN" altLang="en-US" sz="2400"/>
              <a:t>中非发展基金</a:t>
            </a:r>
            <a:r>
              <a:rPr lang="en-US" altLang="zh-CN" sz="2400"/>
              <a:t>、</a:t>
            </a:r>
            <a:r>
              <a:rPr lang="zh-CN" altLang="en-US" sz="2400"/>
              <a:t>瑞士</a:t>
            </a:r>
            <a:r>
              <a:rPr lang="zh-CN" altLang="en-US" sz="2400"/>
              <a:t>银行、横琴华通金租</a:t>
            </a:r>
            <a:endParaRPr lang="en-US" altLang="zh-CN" sz="2400"/>
          </a:p>
        </p:txBody>
      </p:sp>
      <p:sp>
        <p:nvSpPr>
          <p:cNvPr id="10" name="文本框 9"/>
          <p:cNvSpPr txBox="1"/>
          <p:nvPr/>
        </p:nvSpPr>
        <p:spPr>
          <a:xfrm>
            <a:off x="1022350" y="3539490"/>
            <a:ext cx="15399385" cy="95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</a:rPr>
              <a:t>售前情况分析：</a:t>
            </a:r>
            <a:endParaRPr lang="zh-CN" altLang="en-US" sz="2400" b="1">
              <a:solidFill>
                <a:schemeClr val="tx1"/>
              </a:solidFill>
              <a:latin typeface="Arial" panose="020B0604020202090204" pitchFamily="34" charset="0"/>
            </a:endParaRPr>
          </a:p>
          <a:p>
            <a:pPr marL="0" indent="0">
              <a:buFont typeface="Arial" panose="020B0604020202090204" pitchFamily="34" charset="0"/>
              <a:buNone/>
            </a:pP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、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</a:rPr>
              <a:t>投标人员资质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</a:rPr>
              <a:t>，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</a:rPr>
              <a:t>案例缺乏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</a:rPr>
              <a:t>；2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、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</a:rPr>
              <a:t>售前能力，实施交付能力弱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</a:rPr>
              <a:t>；3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、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</a:rPr>
              <a:t>安全厂商竞争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</a:rPr>
              <a:t>，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</a:rPr>
              <a:t>成本控制被动，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</a:rPr>
              <a:t>缺乏竞争力；</a:t>
            </a:r>
            <a:endParaRPr lang="zh-CN" altLang="en-US" sz="2400">
              <a:solidFill>
                <a:schemeClr val="tx1"/>
              </a:solidFill>
              <a:latin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9780" y="8031480"/>
            <a:ext cx="157245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Arial" panose="020B0604020202090204" pitchFamily="34" charset="0"/>
              </a:rPr>
              <a:t>待沟通</a:t>
            </a:r>
            <a:r>
              <a:rPr lang="en-US" altLang="zh-CN" sz="2400" b="1">
                <a:latin typeface="Arial" panose="020B0604020202090204" pitchFamily="34" charset="0"/>
              </a:rPr>
              <a:t>：</a:t>
            </a:r>
            <a:r>
              <a:rPr lang="zh-CN" altLang="en-US" sz="2400" b="1">
                <a:latin typeface="Arial" panose="020B0604020202090204" pitchFamily="34" charset="0"/>
              </a:rPr>
              <a:t>广融达金租、苏银金租、珠江金租、华运金租、招银金租、青银金租、恒鑫金租、通达金租、中国金融租赁有限公司、中美联泰保险、中荷人寿</a:t>
            </a:r>
            <a:r>
              <a:rPr lang="en-US" altLang="zh-CN" sz="2400" b="1">
                <a:latin typeface="Arial" panose="020B0604020202090204" pitchFamily="34" charset="0"/>
              </a:rPr>
              <a:t>。</a:t>
            </a:r>
            <a:endParaRPr lang="en-US" altLang="zh-CN" sz="2400" b="1">
              <a:latin typeface="Arial" panose="020B0604020202090204" pitchFamily="34" charset="0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3"/>
            </p:custDataLst>
          </p:nvPr>
        </p:nvGraphicFramePr>
        <p:xfrm>
          <a:off x="830581" y="5946775"/>
          <a:ext cx="15856585" cy="1847215"/>
        </p:xfrm>
        <a:graphic>
          <a:graphicData uri="http://schemas.openxmlformats.org/drawingml/2006/table">
            <a:tbl>
              <a:tblPr/>
              <a:tblGrid>
                <a:gridCol w="603296"/>
                <a:gridCol w="842883"/>
                <a:gridCol w="1262014"/>
                <a:gridCol w="4631055"/>
                <a:gridCol w="3899535"/>
                <a:gridCol w="1405255"/>
                <a:gridCol w="970915"/>
                <a:gridCol w="1188085"/>
                <a:gridCol w="1053547"/>
              </a:tblGrid>
              <a:tr h="396240"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序号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销售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预计签订时间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项目名称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进展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项目金额（元）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项目类型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客户类型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r>
                        <a:rPr lang="en-US" altLang="zh-CN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伙伴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1623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1</a:t>
                      </a:r>
                      <a:endParaRPr lang="en-US" altLang="zh-CN" sz="1600" b="0" i="0">
                        <a:solidFill>
                          <a:srgbClr val="FF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FF0000"/>
                          </a:solidFill>
                          <a:latin typeface="宋体"/>
                          <a:ea typeface="宋体"/>
                          <a:sym typeface="+mn-ea"/>
                        </a:rPr>
                        <a:t>刘骁璇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宋体"/>
                        <a:ea typeface="宋体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202608</a:t>
                      </a:r>
                      <a:endParaRPr lang="en-US" altLang="zh-CN" sz="1600" b="0" i="0">
                        <a:solidFill>
                          <a:srgbClr val="FF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FF0000"/>
                          </a:solidFill>
                          <a:latin typeface="宋体"/>
                          <a:ea typeface="宋体"/>
                          <a:sym typeface="+mn-ea"/>
                        </a:rPr>
                        <a:t>九鼎金租</a:t>
                      </a:r>
                      <a:r>
                        <a:rPr lang="en-US" altLang="zh-CN" sz="1600">
                          <a:solidFill>
                            <a:srgbClr val="FF0000"/>
                          </a:solidFill>
                          <a:latin typeface="宋体"/>
                          <a:ea typeface="宋体"/>
                          <a:sym typeface="+mn-ea"/>
                        </a:rPr>
                        <a:t>-</a:t>
                      </a:r>
                      <a:r>
                        <a:rPr lang="zh-CN" altLang="en-US" sz="1600">
                          <a:solidFill>
                            <a:srgbClr val="FF0000"/>
                          </a:solidFill>
                          <a:latin typeface="宋体"/>
                          <a:ea typeface="宋体"/>
                          <a:sym typeface="+mn-ea"/>
                        </a:rPr>
                        <a:t>分类分级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宋体"/>
                        <a:ea typeface="宋体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完成报价和投标文件编写</a:t>
                      </a:r>
                      <a:r>
                        <a:rPr lang="en-US" altLang="zh-CN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，</a:t>
                      </a:r>
                      <a:r>
                        <a:rPr lang="zh-CN" altLang="en-US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已投标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宋体"/>
                        <a:ea typeface="宋体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（安华金和</a:t>
                      </a:r>
                      <a:r>
                        <a:rPr lang="en-US" altLang="zh-CN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40w</a:t>
                      </a:r>
                      <a:r>
                        <a:rPr lang="zh-CN" altLang="en-US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中标）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420,000</a:t>
                      </a:r>
                      <a:endParaRPr lang="en-US" altLang="zh-CN" sz="1600" b="0" i="0">
                        <a:solidFill>
                          <a:srgbClr val="FF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数据安全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FF0000"/>
                          </a:solidFill>
                          <a:latin typeface="宋体"/>
                          <a:ea typeface="宋体"/>
                          <a:sym typeface="+mn-ea"/>
                        </a:rPr>
                        <a:t>金融租赁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宋体"/>
                        <a:ea typeface="宋体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600" b="0" i="0">
                          <a:solidFill>
                            <a:srgbClr val="FF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16865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邴艳清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202608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中非发展基金有限公司数据安全项目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准备招标材料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00,000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数据安全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央企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王瑞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瑞士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银行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已提供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报价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￥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5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00,000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安全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商业银行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直销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汪鑫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 /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横琴华通数据安全项目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客户暂未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反馈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100,000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数据安全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金融租赁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22350" y="4493260"/>
            <a:ext cx="14336395" cy="95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</a:rPr>
              <a:t>后续重点工作：</a:t>
            </a:r>
            <a:endParaRPr lang="zh-CN" altLang="en-US" sz="2400" b="1">
              <a:solidFill>
                <a:schemeClr val="tx1"/>
              </a:solidFill>
              <a:latin typeface="Arial" panose="020B0604020202090204" pitchFamily="34" charset="0"/>
            </a:endParaRPr>
          </a:p>
          <a:p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、学习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并掌握数据安全项目咨询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+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交付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能力。</a:t>
            </a:r>
            <a:endParaRPr lang="zh-CN" altLang="en-US" sz="2400">
              <a:solidFill>
                <a:schemeClr val="tx1"/>
              </a:solidFill>
              <a:latin typeface="Arial" panose="020B0604020202090204" pitchFamily="34" charset="0"/>
              <a:ea typeface="宋体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SzTx/>
            </a:pPr>
            <a:r>
              <a:rPr lang="zh-CN" altLang="en-US"/>
              <a:t>AI相关工作</a:t>
            </a:r>
            <a:endParaRPr lang="zh-CN" altLang="en-US"/>
          </a:p>
        </p:txBody>
      </p:sp>
      <p:sp>
        <p:nvSpPr>
          <p:cNvPr id="5" name="AutoShape 4"/>
          <p:cNvSpPr/>
          <p:nvPr>
            <p:custDataLst>
              <p:tags r:id="rId1"/>
            </p:custDataLst>
          </p:nvPr>
        </p:nvSpPr>
        <p:spPr>
          <a:xfrm>
            <a:off x="830580" y="1567180"/>
            <a:ext cx="15850235" cy="3324225"/>
          </a:xfrm>
          <a:prstGeom prst="roundRect">
            <a:avLst>
              <a:gd name="adj" fmla="val 457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7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6" name="AutoShape 5"/>
          <p:cNvSpPr/>
          <p:nvPr>
            <p:custDataLst>
              <p:tags r:id="rId2"/>
            </p:custDataLst>
          </p:nvPr>
        </p:nvSpPr>
        <p:spPr>
          <a:xfrm>
            <a:off x="830581" y="2250440"/>
            <a:ext cx="15856585" cy="76200"/>
          </a:xfrm>
          <a:prstGeom prst="roundRect">
            <a:avLst>
              <a:gd name="adj" fmla="val 0"/>
            </a:avLst>
          </a:prstGeom>
          <a:solidFill>
            <a:srgbClr val="596EFB"/>
          </a:solidFill>
          <a:ln w="25400" cap="flat" cmpd="sng">
            <a:noFill/>
            <a:prstDash val="solid"/>
            <a:round/>
          </a:ln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7" name="文本框 6"/>
          <p:cNvSpPr txBox="1"/>
          <p:nvPr/>
        </p:nvSpPr>
        <p:spPr>
          <a:xfrm>
            <a:off x="1022351" y="1657985"/>
            <a:ext cx="14334490" cy="581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Arial" panose="020B0604020202090204" pitchFamily="34" charset="0"/>
              </a:rPr>
              <a:t>目前掌握总的客户数：</a:t>
            </a:r>
            <a:r>
              <a:rPr lang="zh-CN" altLang="en-US" sz="2400">
                <a:latin typeface="Arial" panose="020B0604020202090204" pitchFamily="34" charset="0"/>
              </a:rPr>
              <a:t>重点跟踪</a:t>
            </a:r>
            <a:r>
              <a:rPr lang="en-US" altLang="zh-CN" sz="2400">
                <a:latin typeface="Arial" panose="020B0604020202090204" pitchFamily="34" charset="0"/>
              </a:rPr>
              <a:t>4</a:t>
            </a:r>
            <a:r>
              <a:rPr lang="zh-CN" altLang="en-US" sz="2400">
                <a:latin typeface="Arial" panose="020B0604020202090204" pitchFamily="34" charset="0"/>
              </a:rPr>
              <a:t>个（</a:t>
            </a:r>
            <a:r>
              <a:rPr lang="zh-CN" altLang="en-US" sz="2400">
                <a:sym typeface="+mn-ea"/>
              </a:rPr>
              <a:t>恒邦财险、紫金集团、金融街证券、国银金租</a:t>
            </a:r>
            <a:r>
              <a:rPr lang="zh-CN" altLang="en-US" sz="2400">
                <a:latin typeface="Arial" panose="020B0604020202090204" pitchFamily="34" charset="0"/>
              </a:rPr>
              <a:t>）（已完成</a:t>
            </a:r>
            <a:r>
              <a:rPr lang="en-US" altLang="zh-CN" sz="2400">
                <a:latin typeface="Arial" panose="020B0604020202090204" pitchFamily="34" charset="0"/>
              </a:rPr>
              <a:t>0</a:t>
            </a:r>
            <a:r>
              <a:rPr lang="zh-CN" altLang="en-US" sz="2400">
                <a:latin typeface="Arial" panose="020B0604020202090204" pitchFamily="34" charset="0"/>
              </a:rPr>
              <a:t>个</a:t>
            </a:r>
            <a:r>
              <a:rPr lang="zh-CN" altLang="en-US" sz="2400">
                <a:latin typeface="Arial" panose="020B0604020202090204" pitchFamily="34" charset="0"/>
              </a:rPr>
              <a:t>项目）</a:t>
            </a:r>
            <a:endParaRPr lang="zh-CN" altLang="en-US" sz="2400">
              <a:latin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0445" y="2371090"/>
            <a:ext cx="14336395" cy="1610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售前情况分析：</a:t>
            </a:r>
            <a:endParaRPr lang="zh-CN" altLang="en-US" sz="2400" b="1">
              <a:solidFill>
                <a:schemeClr val="tx1"/>
              </a:solidFill>
              <a:latin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目前客户需求逐步转向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AI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应用场景化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，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核心比拼的是业务和流程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agent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开发和集成能力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。</a:t>
            </a:r>
            <a:endParaRPr lang="en-US" altLang="zh-CN" sz="2400">
              <a:solidFill>
                <a:schemeClr val="tx1"/>
              </a:solidFill>
              <a:latin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问数场景：准确性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、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归因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、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趋势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、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实施难度与成本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。</a:t>
            </a:r>
            <a:endParaRPr lang="en-US" altLang="zh-CN" sz="2400">
              <a:solidFill>
                <a:schemeClr val="tx1"/>
              </a:solidFill>
              <a:latin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问题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：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售前能力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（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单纯讲工具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）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  <a:sym typeface="+mn-ea"/>
              </a:rPr>
              <a:t>，交付人员能力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  <a:sym typeface="+mn-ea"/>
              </a:rPr>
              <a:t>欠缺</a:t>
            </a:r>
            <a:endParaRPr lang="zh-CN" altLang="en-US" sz="2400">
              <a:solidFill>
                <a:schemeClr val="tx1"/>
              </a:solidFill>
              <a:latin typeface="Arial" panose="020B0604020202090204" pitchFamily="34" charset="0"/>
              <a:ea typeface="宋体" charset="0"/>
              <a:sym typeface="+mn-ea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3"/>
            </p:custDataLst>
          </p:nvPr>
        </p:nvGraphicFramePr>
        <p:xfrm>
          <a:off x="830580" y="5015230"/>
          <a:ext cx="15856585" cy="2966085"/>
        </p:xfrm>
        <a:graphic>
          <a:graphicData uri="http://schemas.openxmlformats.org/drawingml/2006/table">
            <a:tbl>
              <a:tblPr/>
              <a:tblGrid>
                <a:gridCol w="603250"/>
                <a:gridCol w="842645"/>
                <a:gridCol w="1262380"/>
                <a:gridCol w="4328160"/>
                <a:gridCol w="4202430"/>
                <a:gridCol w="1405255"/>
                <a:gridCol w="970915"/>
                <a:gridCol w="1188085"/>
                <a:gridCol w="1053465"/>
              </a:tblGrid>
              <a:tr h="428625"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序号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销售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预计签订时间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项目名称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进展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项目金额（元）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项目类型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客户类型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r>
                        <a:rPr lang="en-US" altLang="zh-CN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伙伴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70104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巩悦</a:t>
                      </a:r>
                      <a:endParaRPr lang="zh-CN" altLang="en-US" sz="1600">
                        <a:solidFill>
                          <a:srgbClr val="000000"/>
                        </a:solidFill>
                        <a:latin typeface="宋体"/>
                        <a:ea typeface="宋体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202608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恒邦财险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-abi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现场已汇报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POC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测试情况，并提供建设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方案，获得客户认可，后续跟进招投标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工作。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,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00,000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ABI+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智问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金融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财险</a:t>
                      </a:r>
                      <a:endParaRPr lang="zh-CN" altLang="en-US" sz="1600">
                        <a:solidFill>
                          <a:srgbClr val="000000"/>
                        </a:solidFill>
                        <a:latin typeface="宋体"/>
                        <a:ea typeface="宋体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75311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巩悦</a:t>
                      </a:r>
                      <a:endParaRPr lang="zh-CN" altLang="en-US" sz="1600">
                        <a:solidFill>
                          <a:srgbClr val="000000"/>
                        </a:solidFill>
                        <a:latin typeface="宋体"/>
                        <a:ea typeface="宋体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202609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紫金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矿业集团主数据管理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-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博彦科技股份有限公司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已完成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POC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功能验证，并给出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AI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集成解决方案，后续推进伙伴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进度。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00,000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主数据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+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AI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宋体"/>
                        <a:ea typeface="宋体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矿产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博彦科技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1655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王瑞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202609 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金融街证券数据治理产品模块采购项目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已完成客户环境部署和部分功能验证支持，并现场沟通确认完需求及方案，提供项目报价。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￥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90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0,000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睿智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Agent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金融证券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直销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541655"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闻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鑫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国银金租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AI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咨询规划及开发项目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已完成以监管报送问数、信息科技部内部运营问数场景为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demo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，进行现场汇报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，后续可扩展，能源设备、飞机船舶安全监控等业务数据场景。后续推进客户进行智问项目及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AI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数据底座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项目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智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问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金融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租赁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宋体"/>
                          <a:ea typeface="宋体"/>
                          <a:sym typeface="+mn-ea"/>
                        </a:rPr>
                        <a:t>直销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20445" y="3937635"/>
            <a:ext cx="14336395" cy="953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</a:rPr>
              <a:t>后续重点工作：</a:t>
            </a:r>
            <a:endParaRPr lang="zh-CN" altLang="en-US" sz="2400" b="1">
              <a:solidFill>
                <a:schemeClr val="tx1"/>
              </a:solidFill>
              <a:latin typeface="Arial" panose="020B0604020202090204" pitchFamily="34" charset="0"/>
            </a:endParaRPr>
          </a:p>
          <a:p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、积累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AI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场景化应用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demo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，迁移至产品统一环境。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、提高人员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AI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能力素养。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3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、挖掘招商局租赁</a:t>
            </a:r>
            <a:r>
              <a:rPr lang="en-US" altLang="zh-CN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AI</a:t>
            </a:r>
            <a:r>
              <a:rPr lang="zh-CN" altLang="en-US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rPr>
              <a:t>需求</a:t>
            </a:r>
            <a:endParaRPr lang="zh-CN" altLang="en-US" sz="2400">
              <a:solidFill>
                <a:schemeClr val="tx1"/>
              </a:solidFill>
              <a:latin typeface="Arial" panose="020B0604020202090204" pitchFamily="34" charset="0"/>
              <a:ea typeface="宋体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SzTx/>
            </a:pPr>
            <a:r>
              <a:rPr lang="zh-CN" altLang="en-US">
                <a:sym typeface="+mn-ea"/>
              </a:rPr>
              <a:t>产品</a:t>
            </a:r>
            <a:r>
              <a:rPr lang="zh-CN" altLang="en-US">
                <a:sym typeface="+mn-ea"/>
              </a:rPr>
              <a:t>相关工作</a:t>
            </a:r>
            <a:endParaRPr lang="zh-CN" altLang="en-US">
              <a:sym typeface="+mn-ea"/>
            </a:endParaRPr>
          </a:p>
        </p:txBody>
      </p:sp>
      <p:sp>
        <p:nvSpPr>
          <p:cNvPr id="5" name="AutoShape 4"/>
          <p:cNvSpPr/>
          <p:nvPr>
            <p:custDataLst>
              <p:tags r:id="rId1"/>
            </p:custDataLst>
          </p:nvPr>
        </p:nvSpPr>
        <p:spPr>
          <a:xfrm>
            <a:off x="830580" y="1527175"/>
            <a:ext cx="15850235" cy="4883150"/>
          </a:xfrm>
          <a:prstGeom prst="roundRect">
            <a:avLst>
              <a:gd name="adj" fmla="val 457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7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6" name="AutoShape 5"/>
          <p:cNvSpPr/>
          <p:nvPr>
            <p:custDataLst>
              <p:tags r:id="rId2"/>
            </p:custDataLst>
          </p:nvPr>
        </p:nvSpPr>
        <p:spPr>
          <a:xfrm>
            <a:off x="830582" y="2252345"/>
            <a:ext cx="15856585" cy="76200"/>
          </a:xfrm>
          <a:prstGeom prst="roundRect">
            <a:avLst>
              <a:gd name="adj" fmla="val 0"/>
            </a:avLst>
          </a:prstGeom>
          <a:solidFill>
            <a:srgbClr val="596EFB"/>
          </a:solidFill>
          <a:ln w="25400" cap="flat" cmpd="sng">
            <a:noFill/>
            <a:prstDash val="solid"/>
            <a:round/>
          </a:ln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7" name="文本框 6"/>
          <p:cNvSpPr txBox="1"/>
          <p:nvPr/>
        </p:nvSpPr>
        <p:spPr>
          <a:xfrm>
            <a:off x="1022352" y="1659890"/>
            <a:ext cx="14334490" cy="581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Arial" panose="020B0604020202090204" pitchFamily="34" charset="0"/>
              </a:rPr>
              <a:t>统一监管报送</a:t>
            </a:r>
            <a:r>
              <a:rPr lang="zh-CN" altLang="en-US" sz="2400" b="1">
                <a:latin typeface="Arial" panose="020B0604020202090204" pitchFamily="34" charset="0"/>
              </a:rPr>
              <a:t>平台</a:t>
            </a:r>
            <a:endParaRPr lang="zh-CN" altLang="en-US" sz="2400" b="1">
              <a:latin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2350" y="2503170"/>
            <a:ext cx="7689850" cy="3528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eaLnBrk="1" fontAlgn="auto" latinLnBrk="0" hangingPunct="1">
              <a:lnSpc>
                <a:spcPts val="3500"/>
              </a:lnSpc>
            </a:pPr>
            <a:r>
              <a:rPr lang="zh-CN" altLang="en-US" sz="2400"/>
              <a:t>已完成：</a:t>
            </a:r>
            <a:endParaRPr lang="zh-CN" altLang="en-US" sz="2400"/>
          </a:p>
          <a:p>
            <a:pPr marL="0" eaLnBrk="1" fontAlgn="auto" latinLnBrk="0" hangingPunct="1">
              <a:lnSpc>
                <a:spcPts val="3500"/>
              </a:lnSpc>
            </a:pPr>
            <a:r>
              <a:rPr lang="en-US" altLang="zh-CN" sz="2400"/>
              <a:t>1</a:t>
            </a:r>
            <a:r>
              <a:rPr lang="zh-CN" altLang="en-US" sz="2400">
                <a:ea typeface="宋体" charset="0"/>
              </a:rPr>
              <a:t>、</a:t>
            </a:r>
            <a:r>
              <a:rPr lang="en-US" altLang="zh-CN" sz="2400"/>
              <a:t>EAST1.0（</a:t>
            </a:r>
            <a:r>
              <a:rPr lang="zh-CN" altLang="en-US" sz="2400"/>
              <a:t>明细</a:t>
            </a:r>
            <a:r>
              <a:rPr lang="en-US" altLang="zh-CN" sz="2400"/>
              <a:t>ABI</a:t>
            </a:r>
            <a:r>
              <a:rPr lang="zh-CN" altLang="en-US" sz="2400"/>
              <a:t>分析表）29张</a:t>
            </a:r>
            <a:endParaRPr lang="zh-CN" altLang="en-US" sz="2400"/>
          </a:p>
          <a:p>
            <a:pPr marL="0" eaLnBrk="1" fontAlgn="auto" latinLnBrk="0" hangingPunct="1">
              <a:lnSpc>
                <a:spcPts val="3500"/>
              </a:lnSpc>
            </a:pPr>
            <a:r>
              <a:rPr lang="en-US" altLang="zh-CN" sz="2400"/>
              <a:t>2</a:t>
            </a:r>
            <a:r>
              <a:rPr lang="zh-CN" altLang="en-US" sz="2400">
                <a:ea typeface="宋体" charset="0"/>
              </a:rPr>
              <a:t>、人行金数（明细</a:t>
            </a:r>
            <a:r>
              <a:rPr lang="en-US" altLang="zh-CN" sz="2400">
                <a:ea typeface="宋体" charset="0"/>
              </a:rPr>
              <a:t>ABI</a:t>
            </a:r>
            <a:r>
              <a:rPr lang="zh-CN" altLang="en-US" sz="2400">
                <a:ea typeface="宋体" charset="0"/>
              </a:rPr>
              <a:t>分析表）56张</a:t>
            </a:r>
            <a:endParaRPr lang="zh-CN" altLang="en-US" sz="2400">
              <a:ea typeface="宋体" charset="0"/>
            </a:endParaRPr>
          </a:p>
          <a:p>
            <a:pPr marL="0" eaLnBrk="1" fontAlgn="auto" latinLnBrk="0" hangingPunct="1">
              <a:lnSpc>
                <a:spcPts val="3500"/>
              </a:lnSpc>
            </a:pPr>
            <a:r>
              <a:rPr lang="en-US" altLang="zh-CN" sz="2400">
                <a:ea typeface="宋体" charset="0"/>
              </a:rPr>
              <a:t>3</a:t>
            </a:r>
            <a:r>
              <a:rPr lang="zh-CN" altLang="en-US" sz="2400">
                <a:ea typeface="宋体" charset="0"/>
              </a:rPr>
              <a:t>、人行金数本地化校验及重报（存在2套方案）34张</a:t>
            </a:r>
            <a:endParaRPr lang="zh-CN" altLang="en-US" sz="2400">
              <a:ea typeface="宋体" charset="0"/>
            </a:endParaRPr>
          </a:p>
          <a:p>
            <a:pPr marL="0" eaLnBrk="1" fontAlgn="auto" latinLnBrk="0" hangingPunct="1">
              <a:lnSpc>
                <a:spcPts val="3500"/>
              </a:lnSpc>
            </a:pPr>
            <a:r>
              <a:rPr lang="en-US" altLang="zh-CN" sz="2400">
                <a:ea typeface="宋体" charset="0"/>
              </a:rPr>
              <a:t>4</a:t>
            </a:r>
            <a:r>
              <a:rPr lang="zh-CN" altLang="en-US" sz="2400">
                <a:ea typeface="宋体" charset="0"/>
              </a:rPr>
              <a:t>、人行金数跨期校验（汇总</a:t>
            </a:r>
            <a:r>
              <a:rPr lang="en-US" altLang="zh-CN" sz="2400">
                <a:ea typeface="宋体" charset="0"/>
              </a:rPr>
              <a:t>ABI</a:t>
            </a:r>
            <a:r>
              <a:rPr lang="zh-CN" altLang="en-US" sz="2400">
                <a:ea typeface="宋体" charset="0"/>
              </a:rPr>
              <a:t>分析表）45张</a:t>
            </a:r>
            <a:endParaRPr lang="zh-CN" altLang="en-US" sz="2400">
              <a:ea typeface="宋体" charset="0"/>
            </a:endParaRPr>
          </a:p>
          <a:p>
            <a:pPr marL="0" eaLnBrk="1" fontAlgn="auto" latinLnBrk="0" hangingPunct="1">
              <a:lnSpc>
                <a:spcPts val="3500"/>
              </a:lnSpc>
            </a:pPr>
            <a:r>
              <a:rPr lang="en-US" altLang="zh-CN" sz="2400">
                <a:ea typeface="宋体" charset="0"/>
              </a:rPr>
              <a:t>5</a:t>
            </a:r>
            <a:r>
              <a:rPr lang="zh-CN" altLang="en-US" sz="2400">
                <a:ea typeface="宋体" charset="0"/>
              </a:rPr>
              <a:t>、利率报备（明细</a:t>
            </a:r>
            <a:r>
              <a:rPr lang="en-US" altLang="zh-CN" sz="2400">
                <a:ea typeface="宋体" charset="0"/>
              </a:rPr>
              <a:t>ABI</a:t>
            </a:r>
            <a:r>
              <a:rPr lang="zh-CN" altLang="en-US" sz="2400">
                <a:ea typeface="宋体" charset="0"/>
              </a:rPr>
              <a:t>分析表）37张</a:t>
            </a:r>
            <a:endParaRPr lang="zh-CN" altLang="en-US" sz="2400">
              <a:ea typeface="宋体" charset="0"/>
            </a:endParaRPr>
          </a:p>
          <a:p>
            <a:pPr marL="0" eaLnBrk="1" fontAlgn="auto" latinLnBrk="0" hangingPunct="1">
              <a:lnSpc>
                <a:spcPts val="3500"/>
              </a:lnSpc>
            </a:pPr>
            <a:r>
              <a:rPr lang="en-US" altLang="zh-CN" sz="2400">
                <a:ea typeface="宋体" charset="0"/>
              </a:rPr>
              <a:t>6</a:t>
            </a:r>
            <a:r>
              <a:rPr lang="zh-CN" altLang="en-US" sz="2400">
                <a:ea typeface="宋体" charset="0"/>
              </a:rPr>
              <a:t>、</a:t>
            </a:r>
            <a:r>
              <a:rPr lang="en-US" altLang="zh-CN" sz="2400">
                <a:ea typeface="宋体" charset="0"/>
              </a:rPr>
              <a:t>EAST2.0（</a:t>
            </a:r>
            <a:r>
              <a:rPr lang="zh-CN" altLang="en-US" sz="2400">
                <a:ea typeface="宋体" charset="0"/>
              </a:rPr>
              <a:t>明细</a:t>
            </a:r>
            <a:r>
              <a:rPr lang="en-US" altLang="zh-CN" sz="2400">
                <a:ea typeface="宋体" charset="0"/>
              </a:rPr>
              <a:t>ABI</a:t>
            </a:r>
            <a:r>
              <a:rPr lang="zh-CN" altLang="en-US" sz="2400">
                <a:ea typeface="宋体" charset="0"/>
              </a:rPr>
              <a:t>分析表）40张</a:t>
            </a:r>
            <a:endParaRPr lang="zh-CN" altLang="en-US" sz="2400">
              <a:ea typeface="宋体" charset="0"/>
            </a:endParaRPr>
          </a:p>
        </p:txBody>
      </p:sp>
      <p:sp>
        <p:nvSpPr>
          <p:cNvPr id="11" name="AutoShape 4"/>
          <p:cNvSpPr/>
          <p:nvPr>
            <p:custDataLst>
              <p:tags r:id="rId3"/>
            </p:custDataLst>
          </p:nvPr>
        </p:nvSpPr>
        <p:spPr>
          <a:xfrm>
            <a:off x="830580" y="6868795"/>
            <a:ext cx="15850235" cy="977265"/>
          </a:xfrm>
          <a:prstGeom prst="roundRect">
            <a:avLst>
              <a:gd name="adj" fmla="val 457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7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12" name="AutoShape 5"/>
          <p:cNvSpPr/>
          <p:nvPr>
            <p:custDataLst>
              <p:tags r:id="rId4"/>
            </p:custDataLst>
          </p:nvPr>
        </p:nvSpPr>
        <p:spPr>
          <a:xfrm>
            <a:off x="830582" y="7593965"/>
            <a:ext cx="15856585" cy="76200"/>
          </a:xfrm>
          <a:prstGeom prst="roundRect">
            <a:avLst>
              <a:gd name="adj" fmla="val 0"/>
            </a:avLst>
          </a:prstGeom>
          <a:solidFill>
            <a:srgbClr val="596EFB"/>
          </a:solidFill>
          <a:ln w="25400" cap="flat" cmpd="sng">
            <a:noFill/>
            <a:prstDash val="solid"/>
            <a:round/>
          </a:ln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13" name="文本框 12"/>
          <p:cNvSpPr txBox="1"/>
          <p:nvPr/>
        </p:nvSpPr>
        <p:spPr>
          <a:xfrm>
            <a:off x="1022352" y="7001510"/>
            <a:ext cx="14334490" cy="581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融资租赁系统（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待开展）</a:t>
            </a:r>
            <a:endParaRPr lang="zh-CN" altLang="en-US" sz="2400" b="1">
              <a:latin typeface="Arial" panose="020B0604020202090204" pitchFamily="34" charset="0"/>
            </a:endParaRPr>
          </a:p>
        </p:txBody>
      </p:sp>
      <p:sp>
        <p:nvSpPr>
          <p:cNvPr id="3" name="AutoShape 4"/>
          <p:cNvSpPr/>
          <p:nvPr>
            <p:custDataLst>
              <p:tags r:id="rId5"/>
            </p:custDataLst>
          </p:nvPr>
        </p:nvSpPr>
        <p:spPr>
          <a:xfrm>
            <a:off x="824865" y="8016240"/>
            <a:ext cx="15850235" cy="977265"/>
          </a:xfrm>
          <a:prstGeom prst="roundRect">
            <a:avLst>
              <a:gd name="adj" fmla="val 457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7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8" name="AutoShape 5"/>
          <p:cNvSpPr/>
          <p:nvPr>
            <p:custDataLst>
              <p:tags r:id="rId6"/>
            </p:custDataLst>
          </p:nvPr>
        </p:nvSpPr>
        <p:spPr>
          <a:xfrm>
            <a:off x="824867" y="8741410"/>
            <a:ext cx="15856585" cy="76200"/>
          </a:xfrm>
          <a:prstGeom prst="roundRect">
            <a:avLst>
              <a:gd name="adj" fmla="val 0"/>
            </a:avLst>
          </a:prstGeom>
          <a:solidFill>
            <a:srgbClr val="596EFB"/>
          </a:solidFill>
          <a:ln w="25400" cap="flat" cmpd="sng">
            <a:noFill/>
            <a:prstDash val="solid"/>
            <a:round/>
          </a:ln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9" name="文本框 8"/>
          <p:cNvSpPr txBox="1"/>
          <p:nvPr/>
        </p:nvSpPr>
        <p:spPr>
          <a:xfrm>
            <a:off x="1016637" y="8148955"/>
            <a:ext cx="14334490" cy="581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金租一表通（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待开展）</a:t>
            </a:r>
            <a:endParaRPr lang="zh-CN" altLang="en-US" sz="2400" b="1">
              <a:latin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2040" y="2580640"/>
            <a:ext cx="8009255" cy="3528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eaLnBrk="1" fontAlgn="auto" latinLnBrk="0" hangingPunct="1">
              <a:lnSpc>
                <a:spcPts val="3500"/>
              </a:lnSpc>
            </a:pPr>
            <a:r>
              <a:rPr lang="zh-CN" altLang="en-US" sz="2400"/>
              <a:t>待完成：</a:t>
            </a:r>
            <a:endParaRPr lang="zh-CN" altLang="en-US" sz="2400"/>
          </a:p>
          <a:p>
            <a:pPr marL="0" eaLnBrk="1" fontAlgn="auto" latinLnBrk="0" hangingPunct="1">
              <a:lnSpc>
                <a:spcPts val="3500"/>
              </a:lnSpc>
            </a:pPr>
            <a:r>
              <a:rPr lang="en-US" altLang="zh-CN" sz="2400"/>
              <a:t>1</a:t>
            </a:r>
            <a:r>
              <a:rPr lang="zh-CN" altLang="en-US" sz="2400">
                <a:ea typeface="宋体" charset="0"/>
              </a:rPr>
              <a:t>、</a:t>
            </a:r>
            <a:r>
              <a:rPr lang="zh-CN" altLang="en-US" sz="2400"/>
              <a:t>1104（汇总</a:t>
            </a:r>
            <a:r>
              <a:rPr lang="en-US" altLang="zh-CN" sz="2400"/>
              <a:t>i@report、</a:t>
            </a:r>
            <a:r>
              <a:rPr lang="zh-CN" altLang="en-US" sz="2400"/>
              <a:t>从</a:t>
            </a:r>
            <a:r>
              <a:rPr lang="en-US" altLang="zh-CN" sz="2400"/>
              <a:t>abi</a:t>
            </a:r>
            <a:r>
              <a:rPr lang="zh-CN" altLang="en-US" sz="2400"/>
              <a:t>取数）60+张</a:t>
            </a:r>
            <a:r>
              <a:rPr lang="en-US" altLang="zh-CN" sz="2400"/>
              <a:t> </a:t>
            </a:r>
            <a:endParaRPr lang="zh-CN" altLang="en-US" sz="2400"/>
          </a:p>
          <a:p>
            <a:pPr marL="0" eaLnBrk="1" fontAlgn="auto" latinLnBrk="0" hangingPunct="1">
              <a:lnSpc>
                <a:spcPts val="3500"/>
              </a:lnSpc>
            </a:pPr>
            <a:r>
              <a:rPr lang="en-US" altLang="zh-CN" sz="2400"/>
              <a:t>2</a:t>
            </a:r>
            <a:r>
              <a:rPr lang="zh-CN" altLang="en-US" sz="2400">
                <a:ea typeface="宋体" charset="0"/>
              </a:rPr>
              <a:t>、人行大集中（汇总</a:t>
            </a:r>
            <a:r>
              <a:rPr lang="en-US" altLang="zh-CN" sz="2400">
                <a:ea typeface="宋体" charset="0"/>
              </a:rPr>
              <a:t>i@report、</a:t>
            </a:r>
            <a:r>
              <a:rPr lang="zh-CN" altLang="en-US" sz="2400">
                <a:ea typeface="宋体" charset="0"/>
              </a:rPr>
              <a:t>从</a:t>
            </a:r>
            <a:r>
              <a:rPr lang="en-US" altLang="zh-CN" sz="2400">
                <a:ea typeface="宋体" charset="0"/>
              </a:rPr>
              <a:t>abi</a:t>
            </a:r>
            <a:r>
              <a:rPr lang="zh-CN" altLang="en-US" sz="2400">
                <a:ea typeface="宋体" charset="0"/>
              </a:rPr>
              <a:t>取数）10+张</a:t>
            </a:r>
            <a:endParaRPr lang="zh-CN" altLang="en-US" sz="2400">
              <a:ea typeface="宋体" charset="0"/>
            </a:endParaRPr>
          </a:p>
          <a:p>
            <a:pPr marL="0" eaLnBrk="1" fontAlgn="auto" latinLnBrk="0" hangingPunct="1">
              <a:lnSpc>
                <a:spcPts val="3500"/>
              </a:lnSpc>
            </a:pPr>
            <a:r>
              <a:rPr lang="en-US" altLang="zh-CN" sz="2400">
                <a:ea typeface="宋体" charset="0"/>
              </a:rPr>
              <a:t>3</a:t>
            </a:r>
            <a:r>
              <a:rPr lang="zh-CN" altLang="en-US" sz="2400">
                <a:ea typeface="宋体" charset="0"/>
              </a:rPr>
              <a:t>、利率</a:t>
            </a:r>
            <a:r>
              <a:rPr lang="en-US" altLang="zh-CN" sz="2400">
                <a:ea typeface="宋体" charset="0"/>
              </a:rPr>
              <a:t>NR（</a:t>
            </a:r>
            <a:r>
              <a:rPr lang="zh-CN" altLang="en-US" sz="2400">
                <a:ea typeface="宋体" charset="0"/>
              </a:rPr>
              <a:t>汇总</a:t>
            </a:r>
            <a:r>
              <a:rPr lang="en-US" altLang="zh-CN" sz="2400">
                <a:ea typeface="宋体" charset="0"/>
              </a:rPr>
              <a:t>i@report、</a:t>
            </a:r>
            <a:r>
              <a:rPr lang="zh-CN" altLang="en-US" sz="2400">
                <a:ea typeface="宋体" charset="0"/>
              </a:rPr>
              <a:t>从</a:t>
            </a:r>
            <a:r>
              <a:rPr lang="en-US" altLang="zh-CN" sz="2400">
                <a:ea typeface="宋体" charset="0"/>
              </a:rPr>
              <a:t>abi</a:t>
            </a:r>
            <a:r>
              <a:rPr lang="zh-CN" altLang="en-US" sz="2400">
                <a:ea typeface="宋体" charset="0"/>
              </a:rPr>
              <a:t>取数）20张</a:t>
            </a:r>
            <a:endParaRPr lang="zh-CN" altLang="en-US" sz="2400">
              <a:ea typeface="宋体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SzTx/>
            </a:pPr>
            <a:r>
              <a:rPr lang="zh-CN" altLang="en-US">
                <a:sym typeface="+mn-ea"/>
              </a:rPr>
              <a:t>新客户/伙伴开拓</a:t>
            </a:r>
            <a:endParaRPr lang="zh-CN" altLang="en-US"/>
          </a:p>
        </p:txBody>
      </p:sp>
      <p:sp>
        <p:nvSpPr>
          <p:cNvPr id="5" name="AutoShape 4"/>
          <p:cNvSpPr/>
          <p:nvPr>
            <p:custDataLst>
              <p:tags r:id="rId1"/>
            </p:custDataLst>
          </p:nvPr>
        </p:nvSpPr>
        <p:spPr>
          <a:xfrm>
            <a:off x="830580" y="1527175"/>
            <a:ext cx="15850235" cy="3893185"/>
          </a:xfrm>
          <a:prstGeom prst="roundRect">
            <a:avLst>
              <a:gd name="adj" fmla="val 457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7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6" name="AutoShape 5"/>
          <p:cNvSpPr/>
          <p:nvPr>
            <p:custDataLst>
              <p:tags r:id="rId2"/>
            </p:custDataLst>
          </p:nvPr>
        </p:nvSpPr>
        <p:spPr>
          <a:xfrm>
            <a:off x="830581" y="2252345"/>
            <a:ext cx="15856585" cy="76200"/>
          </a:xfrm>
          <a:prstGeom prst="roundRect">
            <a:avLst>
              <a:gd name="adj" fmla="val 0"/>
            </a:avLst>
          </a:prstGeom>
          <a:solidFill>
            <a:srgbClr val="596EFB"/>
          </a:solidFill>
          <a:ln w="25400" cap="flat" cmpd="sng">
            <a:noFill/>
            <a:prstDash val="solid"/>
            <a:round/>
          </a:ln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7" name="文本框 6"/>
          <p:cNvSpPr txBox="1"/>
          <p:nvPr/>
        </p:nvSpPr>
        <p:spPr>
          <a:xfrm>
            <a:off x="1022351" y="1659890"/>
            <a:ext cx="14334490" cy="581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Arial" panose="020B0604020202090204" pitchFamily="34" charset="0"/>
              </a:rPr>
              <a:t>伙伴联合方案（已完成</a:t>
            </a:r>
            <a:r>
              <a:rPr lang="en-US" altLang="zh-CN" sz="2400" b="1">
                <a:latin typeface="Arial" panose="020B0604020202090204" pitchFamily="34" charset="0"/>
              </a:rPr>
              <a:t>1</a:t>
            </a:r>
            <a:r>
              <a:rPr lang="zh-CN" altLang="en-US" sz="2400" b="1">
                <a:latin typeface="Arial" panose="020B0604020202090204" pitchFamily="34" charset="0"/>
              </a:rPr>
              <a:t>个，进行中</a:t>
            </a:r>
            <a:r>
              <a:rPr lang="en-US" altLang="zh-CN" sz="2400" b="1">
                <a:latin typeface="Arial" panose="020B0604020202090204" pitchFamily="34" charset="0"/>
              </a:rPr>
              <a:t>1</a:t>
            </a:r>
            <a:r>
              <a:rPr lang="zh-CN" altLang="en-US" sz="2400" b="1">
                <a:latin typeface="Arial" panose="020B0604020202090204" pitchFamily="34" charset="0"/>
              </a:rPr>
              <a:t>个）</a:t>
            </a:r>
            <a:endParaRPr lang="zh-CN" altLang="en-US" sz="2400" b="1">
              <a:latin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2350" y="2503170"/>
            <a:ext cx="15027275" cy="2882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eaLnBrk="1" fontAlgn="auto" latinLnBrk="0" hangingPunct="1">
              <a:lnSpc>
                <a:spcPts val="3500"/>
              </a:lnSpc>
            </a:pPr>
            <a:r>
              <a:rPr lang="zh-CN" altLang="en-US" sz="2400"/>
              <a:t>一、深圳昂楷科技有限公司</a:t>
            </a:r>
            <a:endParaRPr lang="zh-CN" altLang="en-US" sz="2400"/>
          </a:p>
          <a:p>
            <a:pPr marL="0" eaLnBrk="1" fontAlgn="auto" latinLnBrk="0" hangingPunct="1">
              <a:lnSpc>
                <a:spcPts val="3500"/>
              </a:lnSpc>
            </a:pPr>
            <a:r>
              <a:rPr lang="zh-CN" altLang="en-US" sz="2400"/>
              <a:t>1、数据治理+数据安全分级分类联合解决方案</a:t>
            </a:r>
            <a:endParaRPr lang="zh-CN" altLang="en-US" sz="2400"/>
          </a:p>
          <a:p>
            <a:pPr marL="0" indent="457200" eaLnBrk="1" fontAlgn="auto" latinLnBrk="0" hangingPunct="1">
              <a:lnSpc>
                <a:spcPts val="3500"/>
              </a:lnSpc>
            </a:pPr>
            <a:r>
              <a:rPr lang="zh-CN" altLang="en-US" sz="2400"/>
              <a:t>已完成售前方案整合和演示集成环境搭建，具备独立完成售前交流能力。</a:t>
            </a:r>
            <a:endParaRPr lang="zh-CN" altLang="en-US" sz="2400"/>
          </a:p>
          <a:p>
            <a:pPr marL="0" eaLnBrk="1" fontAlgn="auto" latinLnBrk="0" hangingPunct="1">
              <a:lnSpc>
                <a:spcPts val="3500"/>
              </a:lnSpc>
            </a:pPr>
            <a:r>
              <a:rPr lang="zh-CN" altLang="en-US" sz="2400"/>
              <a:t>2、数据治理+大安全联合解决方案</a:t>
            </a:r>
            <a:endParaRPr lang="zh-CN" altLang="en-US" sz="2400"/>
          </a:p>
          <a:p>
            <a:pPr marL="0" indent="457200" eaLnBrk="1" fontAlgn="auto" latinLnBrk="0" hangingPunct="1">
              <a:lnSpc>
                <a:spcPts val="3500"/>
              </a:lnSpc>
            </a:pPr>
            <a:r>
              <a:rPr lang="zh-CN" altLang="en-US" sz="2400"/>
              <a:t>在进行可信数据中台方案开发，会涵盖大安全方案；目前除数据安全分级分类外，其他数据安全，网络安全</a:t>
            </a:r>
            <a:r>
              <a:rPr lang="zh-CN" altLang="en-US" sz="2400"/>
              <a:t>依赖伙伴进行售前</a:t>
            </a:r>
            <a:r>
              <a:rPr lang="zh-CN" altLang="en-US" sz="2400"/>
              <a:t>支撑</a:t>
            </a:r>
            <a:endParaRPr lang="zh-CN" altLang="en-US" sz="2400"/>
          </a:p>
        </p:txBody>
      </p:sp>
      <p:sp>
        <p:nvSpPr>
          <p:cNvPr id="11" name="AutoShape 4"/>
          <p:cNvSpPr/>
          <p:nvPr>
            <p:custDataLst>
              <p:tags r:id="rId3"/>
            </p:custDataLst>
          </p:nvPr>
        </p:nvSpPr>
        <p:spPr>
          <a:xfrm>
            <a:off x="827405" y="5692140"/>
            <a:ext cx="15850235" cy="3136900"/>
          </a:xfrm>
          <a:prstGeom prst="roundRect">
            <a:avLst>
              <a:gd name="adj" fmla="val 457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7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12" name="AutoShape 5"/>
          <p:cNvSpPr/>
          <p:nvPr>
            <p:custDataLst>
              <p:tags r:id="rId4"/>
            </p:custDataLst>
          </p:nvPr>
        </p:nvSpPr>
        <p:spPr>
          <a:xfrm>
            <a:off x="827406" y="6417310"/>
            <a:ext cx="15856585" cy="76200"/>
          </a:xfrm>
          <a:prstGeom prst="roundRect">
            <a:avLst>
              <a:gd name="adj" fmla="val 0"/>
            </a:avLst>
          </a:prstGeom>
          <a:solidFill>
            <a:srgbClr val="596EFB"/>
          </a:solidFill>
          <a:ln w="25400" cap="flat" cmpd="sng">
            <a:noFill/>
            <a:prstDash val="solid"/>
            <a:round/>
          </a:ln>
        </p:spPr>
        <p:txBody>
          <a:bodyPr vert="horz" wrap="square" lIns="90567" tIns="90567" rIns="90567" bIns="90567" rtlCol="0" anchor="ctr"/>
          <a:lstStyle/>
          <a:p>
            <a:pPr algn="ctr">
              <a:defRPr/>
            </a:pPr>
            <a:endParaRPr sz="1995"/>
          </a:p>
        </p:txBody>
      </p:sp>
      <p:sp>
        <p:nvSpPr>
          <p:cNvPr id="13" name="文本框 12"/>
          <p:cNvSpPr txBox="1"/>
          <p:nvPr/>
        </p:nvSpPr>
        <p:spPr>
          <a:xfrm>
            <a:off x="1019176" y="5824855"/>
            <a:ext cx="14334490" cy="581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新客户</a:t>
            </a:r>
            <a:r>
              <a:rPr lang="en-US" altLang="zh-CN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/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伙伴孵化（已完成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孵化新客户</a:t>
            </a:r>
            <a:r>
              <a:rPr lang="en-US" altLang="zh-CN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0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个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ea typeface="宋体" charset="0"/>
                <a:sym typeface="+mn-ea"/>
              </a:rPr>
              <a:t>、伙伴</a:t>
            </a:r>
            <a:r>
              <a:rPr lang="en-US" altLang="zh-CN" sz="2400" b="1">
                <a:solidFill>
                  <a:schemeClr val="tx1"/>
                </a:solidFill>
                <a:latin typeface="Arial" panose="020B0604020202090204" pitchFamily="34" charset="0"/>
                <a:ea typeface="宋体" charset="0"/>
                <a:sym typeface="+mn-ea"/>
              </a:rPr>
              <a:t>1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ea typeface="宋体" charset="0"/>
                <a:sym typeface="+mn-ea"/>
              </a:rPr>
              <a:t>个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90204" pitchFamily="34" charset="0"/>
                <a:sym typeface="+mn-ea"/>
              </a:rPr>
              <a:t>）</a:t>
            </a:r>
            <a:endParaRPr lang="zh-CN" altLang="en-US" sz="2400" b="1">
              <a:latin typeface="Arial" panose="020B060402020209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19175" y="6668135"/>
            <a:ext cx="15027275" cy="1919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eaLnBrk="1" fontAlgn="auto" latinLnBrk="0" hangingPunct="1">
              <a:lnSpc>
                <a:spcPts val="3500"/>
              </a:lnSpc>
            </a:pPr>
            <a:r>
              <a:rPr lang="zh-CN" altLang="en-US" sz="2400" b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新客户孵化中（35个）</a:t>
            </a:r>
            <a:r>
              <a:rPr lang="zh-CN" altLang="en-US" sz="2400">
                <a:sym typeface="+mn-ea"/>
              </a:rPr>
              <a:t>：银行（11个）、保险（9个）、基金公司（3个）、证券（3个）、财务公司（1个）消费金融（2个）、企业（7个）</a:t>
            </a:r>
            <a:endParaRPr lang="zh-CN" altLang="en-US" sz="2400">
              <a:sym typeface="+mn-ea"/>
            </a:endParaRPr>
          </a:p>
          <a:p>
            <a:pPr marL="0" indent="0" eaLnBrk="1" fontAlgn="auto" latinLnBrk="0" hangingPunct="1">
              <a:lnSpc>
                <a:spcPts val="3500"/>
              </a:lnSpc>
            </a:pPr>
            <a:r>
              <a:rPr lang="zh-CN" altLang="en-US" sz="2400" b="1">
                <a:latin typeface="Arial" panose="020B0604020202090204" pitchFamily="34" charset="0"/>
                <a:sym typeface="+mn-ea"/>
              </a:rPr>
              <a:t>伙伴孵化（</a:t>
            </a:r>
            <a:r>
              <a:rPr lang="en-US" altLang="zh-CN" sz="2400" b="1">
                <a:latin typeface="Arial" panose="020B0604020202090204" pitchFamily="34" charset="0"/>
                <a:sym typeface="+mn-ea"/>
              </a:rPr>
              <a:t>3</a:t>
            </a:r>
            <a:r>
              <a:rPr lang="zh-CN" altLang="en-US" sz="2400" b="1">
                <a:latin typeface="Arial" panose="020B0604020202090204" pitchFamily="34" charset="0"/>
                <a:sym typeface="+mn-ea"/>
              </a:rPr>
              <a:t>个）：</a:t>
            </a:r>
            <a:r>
              <a:rPr lang="zh-CN" altLang="en-US" sz="2400">
                <a:sym typeface="+mn-ea"/>
              </a:rPr>
              <a:t>深圳昂楷科技、博彦科技、金电信息</a:t>
            </a:r>
            <a:endParaRPr lang="zh-CN" altLang="en-US" sz="2400"/>
          </a:p>
          <a:p>
            <a:pPr marL="0" eaLnBrk="1" fontAlgn="auto" latinLnBrk="0" hangingPunct="1">
              <a:lnSpc>
                <a:spcPts val="3500"/>
              </a:lnSpc>
            </a:pPr>
            <a:endParaRPr lang="zh-CN" altLang="en-US" sz="2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2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3.xml><?xml version="1.0" encoding="utf-8"?>
<p:tagLst xmlns:p="http://schemas.openxmlformats.org/presentationml/2006/main">
  <p:tag name="TABLE_ENDDRAG_ORIGIN_RECT" val="1248*105"/>
  <p:tag name="TABLE_ENDDRAG_RECT" val="65*357*1248*106"/>
</p:tagLst>
</file>

<file path=ppt/tags/tag4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5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6.xml><?xml version="1.0" encoding="utf-8"?>
<p:tagLst xmlns:p="http://schemas.openxmlformats.org/presentationml/2006/main">
  <p:tag name="TABLE_ENDDRAG_ORIGIN_RECT" val="1248*190"/>
  <p:tag name="TABLE_ENDDRAG_RECT" val="60*357*1248*190"/>
</p:tagLst>
</file>

<file path=ppt/tags/tag7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8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9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10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11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12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13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14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15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ags/tag16.xml><?xml version="1.0" encoding="utf-8"?>
<p:tagLst xmlns:p="http://schemas.openxmlformats.org/presentationml/2006/main">
  <p:tag name="KSO_WM_DIAGRAM_VIRTUALLY_FRAME" val="{&quot;height&quot;:365,&quot;left&quot;:40,&quot;top&quot;:150,&quot;width&quot;:88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2699</Words>
  <Application>WPS 演示</Application>
  <PresentationFormat/>
  <Paragraphs>688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Thonburi</vt:lpstr>
      <vt:lpstr>微软雅黑</vt:lpstr>
      <vt:lpstr>Alimama ShuHeiTi</vt:lpstr>
      <vt:lpstr>苹方-简</vt:lpstr>
      <vt:lpstr>Alimama ShuHeiTi</vt:lpstr>
      <vt:lpstr>MiSans</vt:lpstr>
      <vt:lpstr>MiSans</vt:lpstr>
      <vt:lpstr>宋体</vt:lpstr>
      <vt:lpstr>宋体-简</vt:lpstr>
      <vt:lpstr>宋体</vt:lpstr>
      <vt:lpstr>汉仪书宋二KW</vt:lpstr>
      <vt:lpstr>汉仪旗黑</vt:lpstr>
      <vt:lpstr>Arial Unicode MS</vt:lpstr>
      <vt:lpstr>Alimama ShuHeiTi</vt:lpstr>
      <vt:lpstr>MiSans</vt:lpstr>
      <vt:lpstr>Noto Sans SC</vt:lpstr>
      <vt:lpstr>Office 主题​​</vt:lpstr>
      <vt:lpstr>PowerPoint 演示文稿</vt:lpstr>
      <vt:lpstr>全年及半年冲刺目标</vt:lpstr>
      <vt:lpstr>数据安全工作</vt:lpstr>
      <vt:lpstr>AI相关工作</vt:lpstr>
      <vt:lpstr>产品相关工作</vt:lpstr>
      <vt:lpstr>新客户/伙伴开拓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Kris</cp:lastModifiedBy>
  <cp:revision>267</cp:revision>
  <dcterms:created xsi:type="dcterms:W3CDTF">2026-06-26T02:07:01Z</dcterms:created>
  <dcterms:modified xsi:type="dcterms:W3CDTF">2026-06-26T02:07:01Z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026397DD75A00CF8087C176AB138411B_43</vt:lpwstr>
  </property>
</Properties>
</file>